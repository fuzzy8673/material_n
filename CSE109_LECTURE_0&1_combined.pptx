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5" r:id="rId2"/>
  </p:sldMasterIdLst>
  <p:notesMasterIdLst>
    <p:notesMasterId r:id="rId47"/>
  </p:notesMasterIdLst>
  <p:sldIdLst>
    <p:sldId id="256" r:id="rId3"/>
    <p:sldId id="3980" r:id="rId4"/>
    <p:sldId id="874" r:id="rId5"/>
    <p:sldId id="875" r:id="rId6"/>
    <p:sldId id="309" r:id="rId7"/>
    <p:sldId id="4105" r:id="rId8"/>
    <p:sldId id="4106" r:id="rId9"/>
    <p:sldId id="4107" r:id="rId10"/>
    <p:sldId id="4085" r:id="rId11"/>
    <p:sldId id="921" r:id="rId12"/>
    <p:sldId id="263" r:id="rId13"/>
    <p:sldId id="4108" r:id="rId14"/>
    <p:sldId id="264" r:id="rId15"/>
    <p:sldId id="3981" r:id="rId16"/>
    <p:sldId id="3982" r:id="rId17"/>
    <p:sldId id="3983" r:id="rId18"/>
    <p:sldId id="3984" r:id="rId19"/>
    <p:sldId id="4109" r:id="rId20"/>
    <p:sldId id="3971" r:id="rId21"/>
    <p:sldId id="3977" r:id="rId22"/>
    <p:sldId id="3978" r:id="rId23"/>
    <p:sldId id="267" r:id="rId24"/>
    <p:sldId id="4083" r:id="rId25"/>
    <p:sldId id="4086" r:id="rId26"/>
    <p:sldId id="273" r:id="rId27"/>
    <p:sldId id="4071" r:id="rId28"/>
    <p:sldId id="4072" r:id="rId29"/>
    <p:sldId id="4074" r:id="rId30"/>
    <p:sldId id="4075" r:id="rId31"/>
    <p:sldId id="4076" r:id="rId32"/>
    <p:sldId id="277" r:id="rId33"/>
    <p:sldId id="278" r:id="rId34"/>
    <p:sldId id="279" r:id="rId35"/>
    <p:sldId id="295" r:id="rId36"/>
    <p:sldId id="282" r:id="rId37"/>
    <p:sldId id="4110" r:id="rId38"/>
    <p:sldId id="4118" r:id="rId39"/>
    <p:sldId id="4111" r:id="rId40"/>
    <p:sldId id="4112" r:id="rId41"/>
    <p:sldId id="4113" r:id="rId42"/>
    <p:sldId id="4114" r:id="rId43"/>
    <p:sldId id="4115" r:id="rId44"/>
    <p:sldId id="4116" r:id="rId45"/>
    <p:sldId id="4117" r:id="rId46"/>
  </p:sldIdLst>
  <p:sldSz cx="12192000" cy="6858000"/>
  <p:notesSz cx="6858000" cy="9144000"/>
  <p:defaultTextStyle>
    <a:defPPr>
      <a:defRPr lang="en-IN"/>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542" autoAdjust="0"/>
  </p:normalViewPr>
  <p:slideViewPr>
    <p:cSldViewPr snapToGrid="0">
      <p:cViewPr varScale="1">
        <p:scale>
          <a:sx n="85" d="100"/>
          <a:sy n="85" d="100"/>
        </p:scale>
        <p:origin x="56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ADFF7B-7876-476D-9817-44EEECDE7C77}" type="datetimeFigureOut">
              <a:rPr lang="en-IN" smtClean="0"/>
              <a:t>03-08-2026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1DFC35-57B6-4606-A2D9-F0222A5C8A74}" type="slidenum">
              <a:rPr lang="en-IN" smtClean="0"/>
              <a:t>‹#›</a:t>
            </a:fld>
            <a:endParaRPr lang="en-IN"/>
          </a:p>
        </p:txBody>
      </p:sp>
    </p:spTree>
    <p:extLst>
      <p:ext uri="{BB962C8B-B14F-4D97-AF65-F5344CB8AC3E}">
        <p14:creationId xmlns:p14="http://schemas.microsoft.com/office/powerpoint/2010/main" val="39235974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f7dd0ed9d0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42" name="Google Shape;142;g3f7dd0ed9d0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f57c0a166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35" name="Google Shape;135;g3f57c0a166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f7dd0ed9d0_0_3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78" name="Google Shape;178;g3f7dd0ed9d0_0_3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a:extLst>
            <a:ext uri="{FF2B5EF4-FFF2-40B4-BE49-F238E27FC236}">
              <a16:creationId xmlns:a16="http://schemas.microsoft.com/office/drawing/2014/main" id="{48E01B8D-7DC9-F4C6-37A3-4F4086923D49}"/>
            </a:ext>
          </a:extLst>
        </p:cNvPr>
        <p:cNvGrpSpPr/>
        <p:nvPr/>
      </p:nvGrpSpPr>
      <p:grpSpPr>
        <a:xfrm>
          <a:off x="0" y="0"/>
          <a:ext cx="0" cy="0"/>
          <a:chOff x="0" y="0"/>
          <a:chExt cx="0" cy="0"/>
        </a:xfrm>
      </p:grpSpPr>
      <p:sp>
        <p:nvSpPr>
          <p:cNvPr id="177" name="Google Shape;177;g3f7dd0ed9d0_0_347:notes">
            <a:extLst>
              <a:ext uri="{FF2B5EF4-FFF2-40B4-BE49-F238E27FC236}">
                <a16:creationId xmlns:a16="http://schemas.microsoft.com/office/drawing/2014/main" id="{8B377E08-29E9-D2DC-9722-17DC9A311A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78" name="Google Shape;178;g3f7dd0ed9d0_0_347:notes">
            <a:extLst>
              <a:ext uri="{FF2B5EF4-FFF2-40B4-BE49-F238E27FC236}">
                <a16:creationId xmlns:a16="http://schemas.microsoft.com/office/drawing/2014/main" id="{C69057C4-F50F-9A0B-3B59-F2CC174FDCA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24897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f7dd0ed9d0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84" name="Google Shape;184;g3f7dd0ed9d0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a:extLst>
            <a:ext uri="{FF2B5EF4-FFF2-40B4-BE49-F238E27FC236}">
              <a16:creationId xmlns:a16="http://schemas.microsoft.com/office/drawing/2014/main" id="{596AFFCB-F263-601D-9E36-7AA887366F64}"/>
            </a:ext>
          </a:extLst>
        </p:cNvPr>
        <p:cNvGrpSpPr/>
        <p:nvPr/>
      </p:nvGrpSpPr>
      <p:grpSpPr>
        <a:xfrm>
          <a:off x="0" y="0"/>
          <a:ext cx="0" cy="0"/>
          <a:chOff x="0" y="0"/>
          <a:chExt cx="0" cy="0"/>
        </a:xfrm>
      </p:grpSpPr>
      <p:sp>
        <p:nvSpPr>
          <p:cNvPr id="183" name="Google Shape;183;g3f7dd0ed9d0_0_355:notes">
            <a:extLst>
              <a:ext uri="{FF2B5EF4-FFF2-40B4-BE49-F238E27FC236}">
                <a16:creationId xmlns:a16="http://schemas.microsoft.com/office/drawing/2014/main" id="{90EE7911-0E94-FB28-953B-02E7C85E07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84" name="Google Shape;184;g3f7dd0ed9d0_0_355:notes">
            <a:extLst>
              <a:ext uri="{FF2B5EF4-FFF2-40B4-BE49-F238E27FC236}">
                <a16:creationId xmlns:a16="http://schemas.microsoft.com/office/drawing/2014/main" id="{48A82EE0-1CC4-0638-6C80-4D06C6D4E4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95384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a:extLst>
            <a:ext uri="{FF2B5EF4-FFF2-40B4-BE49-F238E27FC236}">
              <a16:creationId xmlns:a16="http://schemas.microsoft.com/office/drawing/2014/main" id="{3EC42329-5E14-14D5-F4E0-82BBB89AAD78}"/>
            </a:ext>
          </a:extLst>
        </p:cNvPr>
        <p:cNvGrpSpPr/>
        <p:nvPr/>
      </p:nvGrpSpPr>
      <p:grpSpPr>
        <a:xfrm>
          <a:off x="0" y="0"/>
          <a:ext cx="0" cy="0"/>
          <a:chOff x="0" y="0"/>
          <a:chExt cx="0" cy="0"/>
        </a:xfrm>
      </p:grpSpPr>
      <p:sp>
        <p:nvSpPr>
          <p:cNvPr id="183" name="Google Shape;183;g3f7dd0ed9d0_0_355:notes">
            <a:extLst>
              <a:ext uri="{FF2B5EF4-FFF2-40B4-BE49-F238E27FC236}">
                <a16:creationId xmlns:a16="http://schemas.microsoft.com/office/drawing/2014/main" id="{AAE46D7A-F5B1-9C24-2DF9-134456C181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84" name="Google Shape;184;g3f7dd0ed9d0_0_355:notes">
            <a:extLst>
              <a:ext uri="{FF2B5EF4-FFF2-40B4-BE49-F238E27FC236}">
                <a16:creationId xmlns:a16="http://schemas.microsoft.com/office/drawing/2014/main" id="{0226372D-8D4B-6F72-DF5C-4618B0149B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96318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a:extLst>
            <a:ext uri="{FF2B5EF4-FFF2-40B4-BE49-F238E27FC236}">
              <a16:creationId xmlns:a16="http://schemas.microsoft.com/office/drawing/2014/main" id="{4EF8F0C1-8524-17F7-720D-8CBB87448B08}"/>
            </a:ext>
          </a:extLst>
        </p:cNvPr>
        <p:cNvGrpSpPr/>
        <p:nvPr/>
      </p:nvGrpSpPr>
      <p:grpSpPr>
        <a:xfrm>
          <a:off x="0" y="0"/>
          <a:ext cx="0" cy="0"/>
          <a:chOff x="0" y="0"/>
          <a:chExt cx="0" cy="0"/>
        </a:xfrm>
      </p:grpSpPr>
      <p:sp>
        <p:nvSpPr>
          <p:cNvPr id="183" name="Google Shape;183;g3f7dd0ed9d0_0_355:notes">
            <a:extLst>
              <a:ext uri="{FF2B5EF4-FFF2-40B4-BE49-F238E27FC236}">
                <a16:creationId xmlns:a16="http://schemas.microsoft.com/office/drawing/2014/main" id="{1122752F-DC0E-C343-5A60-5F215603F9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84" name="Google Shape;184;g3f7dd0ed9d0_0_355:notes">
            <a:extLst>
              <a:ext uri="{FF2B5EF4-FFF2-40B4-BE49-F238E27FC236}">
                <a16:creationId xmlns:a16="http://schemas.microsoft.com/office/drawing/2014/main" id="{EF17CDAA-B68E-919E-BFA9-7F93FD2A3A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06349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a:extLst>
            <a:ext uri="{FF2B5EF4-FFF2-40B4-BE49-F238E27FC236}">
              <a16:creationId xmlns:a16="http://schemas.microsoft.com/office/drawing/2014/main" id="{57136A70-FF56-773E-81A8-6EE7B6DE0343}"/>
            </a:ext>
          </a:extLst>
        </p:cNvPr>
        <p:cNvGrpSpPr/>
        <p:nvPr/>
      </p:nvGrpSpPr>
      <p:grpSpPr>
        <a:xfrm>
          <a:off x="0" y="0"/>
          <a:ext cx="0" cy="0"/>
          <a:chOff x="0" y="0"/>
          <a:chExt cx="0" cy="0"/>
        </a:xfrm>
      </p:grpSpPr>
      <p:sp>
        <p:nvSpPr>
          <p:cNvPr id="183" name="Google Shape;183;g3f7dd0ed9d0_0_355:notes">
            <a:extLst>
              <a:ext uri="{FF2B5EF4-FFF2-40B4-BE49-F238E27FC236}">
                <a16:creationId xmlns:a16="http://schemas.microsoft.com/office/drawing/2014/main" id="{E72F65B6-BD3E-FB59-E6AC-195FA34C5B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84" name="Google Shape;184;g3f7dd0ed9d0_0_355:notes">
            <a:extLst>
              <a:ext uri="{FF2B5EF4-FFF2-40B4-BE49-F238E27FC236}">
                <a16:creationId xmlns:a16="http://schemas.microsoft.com/office/drawing/2014/main" id="{6D317402-081F-FF4A-3183-D24AD2113A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41728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a:extLst>
            <a:ext uri="{FF2B5EF4-FFF2-40B4-BE49-F238E27FC236}">
              <a16:creationId xmlns:a16="http://schemas.microsoft.com/office/drawing/2014/main" id="{B8C56B72-35A7-327B-DA7A-263C77139F02}"/>
            </a:ext>
          </a:extLst>
        </p:cNvPr>
        <p:cNvGrpSpPr/>
        <p:nvPr/>
      </p:nvGrpSpPr>
      <p:grpSpPr>
        <a:xfrm>
          <a:off x="0" y="0"/>
          <a:ext cx="0" cy="0"/>
          <a:chOff x="0" y="0"/>
          <a:chExt cx="0" cy="0"/>
        </a:xfrm>
      </p:grpSpPr>
      <p:sp>
        <p:nvSpPr>
          <p:cNvPr id="183" name="Google Shape;183;g3f7dd0ed9d0_0_355:notes">
            <a:extLst>
              <a:ext uri="{FF2B5EF4-FFF2-40B4-BE49-F238E27FC236}">
                <a16:creationId xmlns:a16="http://schemas.microsoft.com/office/drawing/2014/main" id="{0E6D0AAC-F544-A778-0C4F-16B4014016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84" name="Google Shape;184;g3f7dd0ed9d0_0_355:notes">
            <a:extLst>
              <a:ext uri="{FF2B5EF4-FFF2-40B4-BE49-F238E27FC236}">
                <a16:creationId xmlns:a16="http://schemas.microsoft.com/office/drawing/2014/main" id="{C4A5D85D-C204-F172-F3D5-D1976B8873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44191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f7dd0ed9d0_0_3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02" name="Google Shape;202;g3f7dd0ed9d0_0_3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3f538856a74_0_9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71" name="Google Shape;271;g3f538856a74_0_9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f57c0a166a_0_1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g3f57c0a166a_0_1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f7dd0ed9d0_0_5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39" name="Google Shape;239;g3f7dd0ed9d0_0_5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419E2FB2-33F5-890B-0222-1BA346213657}"/>
            </a:ext>
          </a:extLst>
        </p:cNvPr>
        <p:cNvGrpSpPr/>
        <p:nvPr/>
      </p:nvGrpSpPr>
      <p:grpSpPr>
        <a:xfrm>
          <a:off x="0" y="0"/>
          <a:ext cx="0" cy="0"/>
          <a:chOff x="0" y="0"/>
          <a:chExt cx="0" cy="0"/>
        </a:xfrm>
      </p:grpSpPr>
      <p:sp>
        <p:nvSpPr>
          <p:cNvPr id="238" name="Google Shape;238;g3f7dd0ed9d0_0_552:notes">
            <a:extLst>
              <a:ext uri="{FF2B5EF4-FFF2-40B4-BE49-F238E27FC236}">
                <a16:creationId xmlns:a16="http://schemas.microsoft.com/office/drawing/2014/main" id="{2B2349FC-6752-7CCF-8D4E-E26FBF4412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39" name="Google Shape;239;g3f7dd0ed9d0_0_552:notes">
            <a:extLst>
              <a:ext uri="{FF2B5EF4-FFF2-40B4-BE49-F238E27FC236}">
                <a16:creationId xmlns:a16="http://schemas.microsoft.com/office/drawing/2014/main" id="{6FAEB840-964F-B405-FBA6-00177359EE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510930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A9EF661D-C742-B96A-06C7-B5B7E955CA8A}"/>
            </a:ext>
          </a:extLst>
        </p:cNvPr>
        <p:cNvGrpSpPr/>
        <p:nvPr/>
      </p:nvGrpSpPr>
      <p:grpSpPr>
        <a:xfrm>
          <a:off x="0" y="0"/>
          <a:ext cx="0" cy="0"/>
          <a:chOff x="0" y="0"/>
          <a:chExt cx="0" cy="0"/>
        </a:xfrm>
      </p:grpSpPr>
      <p:sp>
        <p:nvSpPr>
          <p:cNvPr id="238" name="Google Shape;238;g3f7dd0ed9d0_0_552:notes">
            <a:extLst>
              <a:ext uri="{FF2B5EF4-FFF2-40B4-BE49-F238E27FC236}">
                <a16:creationId xmlns:a16="http://schemas.microsoft.com/office/drawing/2014/main" id="{B5D98F30-A590-C602-0538-F525B784F4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39" name="Google Shape;239;g3f7dd0ed9d0_0_552:notes">
            <a:extLst>
              <a:ext uri="{FF2B5EF4-FFF2-40B4-BE49-F238E27FC236}">
                <a16:creationId xmlns:a16="http://schemas.microsoft.com/office/drawing/2014/main" id="{698BAE9F-333B-05FB-66C0-D23A8B7138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12631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97D15FEB-B307-8E14-74D1-D1482F4C80FD}"/>
            </a:ext>
          </a:extLst>
        </p:cNvPr>
        <p:cNvGrpSpPr/>
        <p:nvPr/>
      </p:nvGrpSpPr>
      <p:grpSpPr>
        <a:xfrm>
          <a:off x="0" y="0"/>
          <a:ext cx="0" cy="0"/>
          <a:chOff x="0" y="0"/>
          <a:chExt cx="0" cy="0"/>
        </a:xfrm>
      </p:grpSpPr>
      <p:sp>
        <p:nvSpPr>
          <p:cNvPr id="238" name="Google Shape;238;g3f7dd0ed9d0_0_552:notes">
            <a:extLst>
              <a:ext uri="{FF2B5EF4-FFF2-40B4-BE49-F238E27FC236}">
                <a16:creationId xmlns:a16="http://schemas.microsoft.com/office/drawing/2014/main" id="{DE4BF346-4AFB-A6CE-B2F3-2D789D765E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39" name="Google Shape;239;g3f7dd0ed9d0_0_552:notes">
            <a:extLst>
              <a:ext uri="{FF2B5EF4-FFF2-40B4-BE49-F238E27FC236}">
                <a16:creationId xmlns:a16="http://schemas.microsoft.com/office/drawing/2014/main" id="{08914D0F-B543-0AB0-341E-C066A78E06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30261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FA9DEDA3-9B46-11D1-D063-99E2A49DFA7A}"/>
            </a:ext>
          </a:extLst>
        </p:cNvPr>
        <p:cNvGrpSpPr/>
        <p:nvPr/>
      </p:nvGrpSpPr>
      <p:grpSpPr>
        <a:xfrm>
          <a:off x="0" y="0"/>
          <a:ext cx="0" cy="0"/>
          <a:chOff x="0" y="0"/>
          <a:chExt cx="0" cy="0"/>
        </a:xfrm>
      </p:grpSpPr>
      <p:sp>
        <p:nvSpPr>
          <p:cNvPr id="238" name="Google Shape;238;g3f7dd0ed9d0_0_552:notes">
            <a:extLst>
              <a:ext uri="{FF2B5EF4-FFF2-40B4-BE49-F238E27FC236}">
                <a16:creationId xmlns:a16="http://schemas.microsoft.com/office/drawing/2014/main" id="{F9A3B44D-522A-48A3-EB05-14688C4489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39" name="Google Shape;239;g3f7dd0ed9d0_0_552:notes">
            <a:extLst>
              <a:ext uri="{FF2B5EF4-FFF2-40B4-BE49-F238E27FC236}">
                <a16:creationId xmlns:a16="http://schemas.microsoft.com/office/drawing/2014/main" id="{83AA003A-CB23-A08E-4ADE-34C41B561A1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705478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484BB012-964B-ADE5-FF5B-2959F8C10460}"/>
            </a:ext>
          </a:extLst>
        </p:cNvPr>
        <p:cNvGrpSpPr/>
        <p:nvPr/>
      </p:nvGrpSpPr>
      <p:grpSpPr>
        <a:xfrm>
          <a:off x="0" y="0"/>
          <a:ext cx="0" cy="0"/>
          <a:chOff x="0" y="0"/>
          <a:chExt cx="0" cy="0"/>
        </a:xfrm>
      </p:grpSpPr>
      <p:sp>
        <p:nvSpPr>
          <p:cNvPr id="238" name="Google Shape;238;g3f7dd0ed9d0_0_552:notes">
            <a:extLst>
              <a:ext uri="{FF2B5EF4-FFF2-40B4-BE49-F238E27FC236}">
                <a16:creationId xmlns:a16="http://schemas.microsoft.com/office/drawing/2014/main" id="{56003D37-6C42-76E4-CE36-CCBE735A7C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39" name="Google Shape;239;g3f7dd0ed9d0_0_552:notes">
            <a:extLst>
              <a:ext uri="{FF2B5EF4-FFF2-40B4-BE49-F238E27FC236}">
                <a16:creationId xmlns:a16="http://schemas.microsoft.com/office/drawing/2014/main" id="{B24F5107-6744-053F-99AD-C7E4497152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27011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3f7dd0ed9d0_0_584: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g3f7dd0ed9d0_0_5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f7dd0ed9d0_0_588: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8" name="Google Shape;268;g3f7dd0ed9d0_0_5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f7dd0ed9d0_0_679: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4" name="Google Shape;274;g3f7dd0ed9d0_0_6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3f57c0a166a_0_78: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8" name="Google Shape;328;g3f57c0a166a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3f7dd0ed9d0_0_8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11" name="Google Shape;311;g3f7dd0ed9d0_0_8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01DFC35-57B6-4606-A2D9-F0222A5C8A74}" type="slidenum">
              <a:rPr lang="en-IN" smtClean="0"/>
              <a:t>37</a:t>
            </a:fld>
            <a:endParaRPr lang="en-IN"/>
          </a:p>
        </p:txBody>
      </p:sp>
    </p:spTree>
    <p:extLst>
      <p:ext uri="{BB962C8B-B14F-4D97-AF65-F5344CB8AC3E}">
        <p14:creationId xmlns:p14="http://schemas.microsoft.com/office/powerpoint/2010/main" val="18201912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7" name="Title 6"/>
          <p:cNvSpPr>
            <a:spLocks noGrp="1"/>
          </p:cNvSpPr>
          <p:nvPr>
            <p:ph type="title"/>
          </p:nvPr>
        </p:nvSpPr>
        <p:spPr/>
        <p:txBody>
          <a:bodyPr/>
          <a:lstStyle/>
          <a:p>
            <a:r>
              <a:rPr lang="en-US"/>
              <a:t>Click to edit Master title style</a:t>
            </a:r>
            <a:endParaRPr lang="en-IN"/>
          </a:p>
        </p:txBody>
      </p:sp>
      <p:sp>
        <p:nvSpPr>
          <p:cNvPr id="2" name="Date Placeholder 3">
            <a:extLst>
              <a:ext uri="{FF2B5EF4-FFF2-40B4-BE49-F238E27FC236}">
                <a16:creationId xmlns:a16="http://schemas.microsoft.com/office/drawing/2014/main" id="{D979A335-BFB9-AAF4-8BAA-F6AA4FD1DDC2}"/>
              </a:ext>
            </a:extLst>
          </p:cNvPr>
          <p:cNvSpPr>
            <a:spLocks noGrp="1"/>
          </p:cNvSpPr>
          <p:nvPr>
            <p:ph type="dt" sz="half" idx="10"/>
          </p:nvPr>
        </p:nvSpPr>
        <p:spPr/>
        <p:txBody>
          <a:bodyPr/>
          <a:lstStyle>
            <a:lvl1pPr>
              <a:defRPr/>
            </a:lvl1pPr>
          </a:lstStyle>
          <a:p>
            <a:fld id="{04D9DA4F-B283-46AB-B278-D5B99E6693DE}" type="datetimeFigureOut">
              <a:rPr lang="en-IN" smtClean="0"/>
              <a:t>03-08-2026</a:t>
            </a:fld>
            <a:endParaRPr lang="en-IN"/>
          </a:p>
        </p:txBody>
      </p:sp>
      <p:sp>
        <p:nvSpPr>
          <p:cNvPr id="4" name="Footer Placeholder 4">
            <a:extLst>
              <a:ext uri="{FF2B5EF4-FFF2-40B4-BE49-F238E27FC236}">
                <a16:creationId xmlns:a16="http://schemas.microsoft.com/office/drawing/2014/main" id="{724E6499-99E1-5E0A-F4D8-0B5071E41E9E}"/>
              </a:ext>
            </a:extLst>
          </p:cNvPr>
          <p:cNvSpPr>
            <a:spLocks noGrp="1"/>
          </p:cNvSpPr>
          <p:nvPr>
            <p:ph type="ftr" sz="quarter" idx="11"/>
          </p:nvPr>
        </p:nvSpPr>
        <p:spPr/>
        <p:txBody>
          <a:bodyPr/>
          <a:lstStyle>
            <a:lvl1pPr>
              <a:defRPr/>
            </a:lvl1pPr>
          </a:lstStyle>
          <a:p>
            <a:endParaRPr lang="en-IN"/>
          </a:p>
        </p:txBody>
      </p:sp>
      <p:sp>
        <p:nvSpPr>
          <p:cNvPr id="5" name="Slide Number Placeholder 5">
            <a:extLst>
              <a:ext uri="{FF2B5EF4-FFF2-40B4-BE49-F238E27FC236}">
                <a16:creationId xmlns:a16="http://schemas.microsoft.com/office/drawing/2014/main" id="{F4675483-2FD4-D24E-DADC-E63111D5D075}"/>
              </a:ext>
            </a:extLst>
          </p:cNvPr>
          <p:cNvSpPr>
            <a:spLocks noGrp="1"/>
          </p:cNvSpPr>
          <p:nvPr>
            <p:ph type="sldNum" sz="quarter" idx="12"/>
          </p:nvPr>
        </p:nvSpPr>
        <p:spPr/>
        <p:txBody>
          <a:bodyPr/>
          <a:lstStyle>
            <a:lvl1pPr>
              <a:defRPr/>
            </a:lvl1pPr>
          </a:lstStyle>
          <a:p>
            <a:fld id="{095B67F8-3864-425A-A4D9-E2BC08C4F04D}" type="slidenum">
              <a:rPr lang="en-IN" smtClean="0"/>
              <a:t>‹#›</a:t>
            </a:fld>
            <a:endParaRPr lang="en-IN"/>
          </a:p>
        </p:txBody>
      </p:sp>
    </p:spTree>
    <p:extLst>
      <p:ext uri="{BB962C8B-B14F-4D97-AF65-F5344CB8AC3E}">
        <p14:creationId xmlns:p14="http://schemas.microsoft.com/office/powerpoint/2010/main" val="1907453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D242E6-CFCB-473D-8DE4-DBEBF5C17537}"/>
              </a:ext>
            </a:extLst>
          </p:cNvPr>
          <p:cNvSpPr>
            <a:spLocks noGrp="1"/>
          </p:cNvSpPr>
          <p:nvPr>
            <p:ph type="dt" sz="half" idx="10"/>
          </p:nvPr>
        </p:nvSpPr>
        <p:spPr/>
        <p:txBody>
          <a:bodyPr/>
          <a:lstStyle>
            <a:lvl1pPr>
              <a:defRPr/>
            </a:lvl1pPr>
          </a:lstStyle>
          <a:p>
            <a:fld id="{04D9DA4F-B283-46AB-B278-D5B99E6693DE}" type="datetimeFigureOut">
              <a:rPr lang="en-IN" smtClean="0"/>
              <a:t>03-08-2026</a:t>
            </a:fld>
            <a:endParaRPr lang="en-IN"/>
          </a:p>
        </p:txBody>
      </p:sp>
      <p:sp>
        <p:nvSpPr>
          <p:cNvPr id="5" name="Footer Placeholder 4">
            <a:extLst>
              <a:ext uri="{FF2B5EF4-FFF2-40B4-BE49-F238E27FC236}">
                <a16:creationId xmlns:a16="http://schemas.microsoft.com/office/drawing/2014/main" id="{6B3B7CD5-2550-DB8D-26F8-027AF7E19059}"/>
              </a:ext>
            </a:extLst>
          </p:cNvPr>
          <p:cNvSpPr>
            <a:spLocks noGrp="1"/>
          </p:cNvSpPr>
          <p:nvPr>
            <p:ph type="ftr" sz="quarter" idx="11"/>
          </p:nvPr>
        </p:nvSpPr>
        <p:spPr/>
        <p:txBody>
          <a:bodyPr/>
          <a:lstStyle>
            <a:lvl1pPr>
              <a:defRPr/>
            </a:lvl1pPr>
          </a:lstStyle>
          <a:p>
            <a:endParaRPr lang="en-IN"/>
          </a:p>
        </p:txBody>
      </p:sp>
      <p:sp>
        <p:nvSpPr>
          <p:cNvPr id="6" name="Slide Number Placeholder 5">
            <a:extLst>
              <a:ext uri="{FF2B5EF4-FFF2-40B4-BE49-F238E27FC236}">
                <a16:creationId xmlns:a16="http://schemas.microsoft.com/office/drawing/2014/main" id="{D7D6C51F-13A2-B94E-0452-050561AA0151}"/>
              </a:ext>
            </a:extLst>
          </p:cNvPr>
          <p:cNvSpPr>
            <a:spLocks noGrp="1"/>
          </p:cNvSpPr>
          <p:nvPr>
            <p:ph type="sldNum" sz="quarter" idx="12"/>
          </p:nvPr>
        </p:nvSpPr>
        <p:spPr/>
        <p:txBody>
          <a:bodyPr/>
          <a:lstStyle>
            <a:lvl1pPr>
              <a:defRPr/>
            </a:lvl1pPr>
          </a:lstStyle>
          <a:p>
            <a:fld id="{095B67F8-3864-425A-A4D9-E2BC08C4F04D}" type="slidenum">
              <a:rPr lang="en-IN" smtClean="0"/>
              <a:t>‹#›</a:t>
            </a:fld>
            <a:endParaRPr lang="en-IN"/>
          </a:p>
        </p:txBody>
      </p:sp>
    </p:spTree>
    <p:extLst>
      <p:ext uri="{BB962C8B-B14F-4D97-AF65-F5344CB8AC3E}">
        <p14:creationId xmlns:p14="http://schemas.microsoft.com/office/powerpoint/2010/main" val="261797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4500"/>
            </a:lvl1pPr>
          </a:lstStyle>
          <a:p>
            <a:r>
              <a:rPr lang="en-US"/>
              <a:t>Click to edit Master title style</a:t>
            </a:r>
            <a:endParaRPr lang="en-IN"/>
          </a:p>
        </p:txBody>
      </p:sp>
      <p:sp>
        <p:nvSpPr>
          <p:cNvPr id="3" name="Text Placeholder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6855CF0-ABD6-66F1-67F5-836326ABE091}"/>
              </a:ext>
            </a:extLst>
          </p:cNvPr>
          <p:cNvSpPr>
            <a:spLocks noGrp="1"/>
          </p:cNvSpPr>
          <p:nvPr>
            <p:ph type="dt" sz="half" idx="10"/>
          </p:nvPr>
        </p:nvSpPr>
        <p:spPr/>
        <p:txBody>
          <a:bodyPr/>
          <a:lstStyle>
            <a:lvl1pPr>
              <a:defRPr/>
            </a:lvl1pPr>
          </a:lstStyle>
          <a:p>
            <a:fld id="{04D9DA4F-B283-46AB-B278-D5B99E6693DE}" type="datetimeFigureOut">
              <a:rPr lang="en-IN" smtClean="0"/>
              <a:t>03-08-2026</a:t>
            </a:fld>
            <a:endParaRPr lang="en-IN"/>
          </a:p>
        </p:txBody>
      </p:sp>
      <p:sp>
        <p:nvSpPr>
          <p:cNvPr id="5" name="Footer Placeholder 4">
            <a:extLst>
              <a:ext uri="{FF2B5EF4-FFF2-40B4-BE49-F238E27FC236}">
                <a16:creationId xmlns:a16="http://schemas.microsoft.com/office/drawing/2014/main" id="{B80945ED-DEA5-AD26-0679-3CCE60586D0B}"/>
              </a:ext>
            </a:extLst>
          </p:cNvPr>
          <p:cNvSpPr>
            <a:spLocks noGrp="1"/>
          </p:cNvSpPr>
          <p:nvPr>
            <p:ph type="ftr" sz="quarter" idx="11"/>
          </p:nvPr>
        </p:nvSpPr>
        <p:spPr/>
        <p:txBody>
          <a:bodyPr/>
          <a:lstStyle>
            <a:lvl1pPr>
              <a:defRPr/>
            </a:lvl1pPr>
          </a:lstStyle>
          <a:p>
            <a:endParaRPr lang="en-IN"/>
          </a:p>
        </p:txBody>
      </p:sp>
      <p:sp>
        <p:nvSpPr>
          <p:cNvPr id="6" name="Slide Number Placeholder 5">
            <a:extLst>
              <a:ext uri="{FF2B5EF4-FFF2-40B4-BE49-F238E27FC236}">
                <a16:creationId xmlns:a16="http://schemas.microsoft.com/office/drawing/2014/main" id="{D362C1ED-31B6-07E2-4040-23F46BA659DE}"/>
              </a:ext>
            </a:extLst>
          </p:cNvPr>
          <p:cNvSpPr>
            <a:spLocks noGrp="1"/>
          </p:cNvSpPr>
          <p:nvPr>
            <p:ph type="sldNum" sz="quarter" idx="12"/>
          </p:nvPr>
        </p:nvSpPr>
        <p:spPr/>
        <p:txBody>
          <a:bodyPr/>
          <a:lstStyle>
            <a:lvl1pPr>
              <a:defRPr/>
            </a:lvl1pPr>
          </a:lstStyle>
          <a:p>
            <a:fld id="{095B67F8-3864-425A-A4D9-E2BC08C4F04D}" type="slidenum">
              <a:rPr lang="en-IN" smtClean="0"/>
              <a:t>‹#›</a:t>
            </a:fld>
            <a:endParaRPr lang="en-IN"/>
          </a:p>
        </p:txBody>
      </p:sp>
    </p:spTree>
    <p:extLst>
      <p:ext uri="{BB962C8B-B14F-4D97-AF65-F5344CB8AC3E}">
        <p14:creationId xmlns:p14="http://schemas.microsoft.com/office/powerpoint/2010/main" val="2223027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84FF1E6-C3FD-8DC1-9688-6478CAF8464C}"/>
              </a:ext>
            </a:extLst>
          </p:cNvPr>
          <p:cNvSpPr>
            <a:spLocks noGrp="1"/>
          </p:cNvSpPr>
          <p:nvPr>
            <p:ph type="dt" sz="half" idx="10"/>
          </p:nvPr>
        </p:nvSpPr>
        <p:spPr/>
        <p:txBody>
          <a:bodyPr/>
          <a:lstStyle>
            <a:lvl1pPr>
              <a:defRPr/>
            </a:lvl1pPr>
          </a:lstStyle>
          <a:p>
            <a:fld id="{04D9DA4F-B283-46AB-B278-D5B99E6693DE}" type="datetimeFigureOut">
              <a:rPr lang="en-IN" smtClean="0"/>
              <a:t>03-08-2026</a:t>
            </a:fld>
            <a:endParaRPr lang="en-IN"/>
          </a:p>
        </p:txBody>
      </p:sp>
      <p:sp>
        <p:nvSpPr>
          <p:cNvPr id="6" name="Footer Placeholder 5">
            <a:extLst>
              <a:ext uri="{FF2B5EF4-FFF2-40B4-BE49-F238E27FC236}">
                <a16:creationId xmlns:a16="http://schemas.microsoft.com/office/drawing/2014/main" id="{0C9A91A9-C2A8-B8FC-7EDD-9663FD0B181D}"/>
              </a:ext>
            </a:extLst>
          </p:cNvPr>
          <p:cNvSpPr>
            <a:spLocks noGrp="1"/>
          </p:cNvSpPr>
          <p:nvPr>
            <p:ph type="ftr" sz="quarter" idx="11"/>
          </p:nvPr>
        </p:nvSpPr>
        <p:spPr/>
        <p:txBody>
          <a:bodyPr/>
          <a:lstStyle>
            <a:lvl1pPr>
              <a:defRPr/>
            </a:lvl1pPr>
          </a:lstStyle>
          <a:p>
            <a:endParaRPr lang="en-IN"/>
          </a:p>
        </p:txBody>
      </p:sp>
      <p:sp>
        <p:nvSpPr>
          <p:cNvPr id="7" name="Slide Number Placeholder 6">
            <a:extLst>
              <a:ext uri="{FF2B5EF4-FFF2-40B4-BE49-F238E27FC236}">
                <a16:creationId xmlns:a16="http://schemas.microsoft.com/office/drawing/2014/main" id="{CBFE2D58-A2BD-6749-279B-7D28B387D1CF}"/>
              </a:ext>
            </a:extLst>
          </p:cNvPr>
          <p:cNvSpPr>
            <a:spLocks noGrp="1"/>
          </p:cNvSpPr>
          <p:nvPr>
            <p:ph type="sldNum" sz="quarter" idx="12"/>
          </p:nvPr>
        </p:nvSpPr>
        <p:spPr/>
        <p:txBody>
          <a:bodyPr/>
          <a:lstStyle>
            <a:lvl1pPr>
              <a:defRPr/>
            </a:lvl1pPr>
          </a:lstStyle>
          <a:p>
            <a:fld id="{095B67F8-3864-425A-A4D9-E2BC08C4F04D}" type="slidenum">
              <a:rPr lang="en-IN" smtClean="0"/>
              <a:t>‹#›</a:t>
            </a:fld>
            <a:endParaRPr lang="en-IN"/>
          </a:p>
        </p:txBody>
      </p:sp>
    </p:spTree>
    <p:extLst>
      <p:ext uri="{BB962C8B-B14F-4D97-AF65-F5344CB8AC3E}">
        <p14:creationId xmlns:p14="http://schemas.microsoft.com/office/powerpoint/2010/main" val="14419875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866776"/>
            <a:ext cx="10515600" cy="823912"/>
          </a:xfrm>
        </p:spPr>
        <p:txBody>
          <a:bodyPr/>
          <a:lstStyle/>
          <a:p>
            <a:r>
              <a:rPr lang="en-US"/>
              <a:t>Click to edit Master title style</a:t>
            </a:r>
            <a:endParaRPr lang="en-IN"/>
          </a:p>
        </p:txBody>
      </p:sp>
      <p:sp>
        <p:nvSpPr>
          <p:cNvPr id="3" name="Text Placeholder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3A1B3C8-B474-4F6E-6BB3-FA075D69C204}"/>
              </a:ext>
            </a:extLst>
          </p:cNvPr>
          <p:cNvSpPr>
            <a:spLocks noGrp="1"/>
          </p:cNvSpPr>
          <p:nvPr>
            <p:ph type="dt" sz="half" idx="10"/>
          </p:nvPr>
        </p:nvSpPr>
        <p:spPr/>
        <p:txBody>
          <a:bodyPr/>
          <a:lstStyle>
            <a:lvl1pPr>
              <a:defRPr/>
            </a:lvl1pPr>
          </a:lstStyle>
          <a:p>
            <a:fld id="{04D9DA4F-B283-46AB-B278-D5B99E6693DE}" type="datetimeFigureOut">
              <a:rPr lang="en-IN" smtClean="0"/>
              <a:t>03-08-2026</a:t>
            </a:fld>
            <a:endParaRPr lang="en-IN"/>
          </a:p>
        </p:txBody>
      </p:sp>
      <p:sp>
        <p:nvSpPr>
          <p:cNvPr id="8" name="Footer Placeholder 7">
            <a:extLst>
              <a:ext uri="{FF2B5EF4-FFF2-40B4-BE49-F238E27FC236}">
                <a16:creationId xmlns:a16="http://schemas.microsoft.com/office/drawing/2014/main" id="{F49A921A-9EC6-0DF2-79F5-6F853204D0A0}"/>
              </a:ext>
            </a:extLst>
          </p:cNvPr>
          <p:cNvSpPr>
            <a:spLocks noGrp="1"/>
          </p:cNvSpPr>
          <p:nvPr>
            <p:ph type="ftr" sz="quarter" idx="11"/>
          </p:nvPr>
        </p:nvSpPr>
        <p:spPr/>
        <p:txBody>
          <a:bodyPr/>
          <a:lstStyle>
            <a:lvl1pPr>
              <a:defRPr/>
            </a:lvl1pPr>
          </a:lstStyle>
          <a:p>
            <a:endParaRPr lang="en-IN"/>
          </a:p>
        </p:txBody>
      </p:sp>
      <p:sp>
        <p:nvSpPr>
          <p:cNvPr id="9" name="Slide Number Placeholder 8">
            <a:extLst>
              <a:ext uri="{FF2B5EF4-FFF2-40B4-BE49-F238E27FC236}">
                <a16:creationId xmlns:a16="http://schemas.microsoft.com/office/drawing/2014/main" id="{EAC36F6D-C327-9C66-1C8D-D7352B06E70F}"/>
              </a:ext>
            </a:extLst>
          </p:cNvPr>
          <p:cNvSpPr>
            <a:spLocks noGrp="1"/>
          </p:cNvSpPr>
          <p:nvPr>
            <p:ph type="sldNum" sz="quarter" idx="12"/>
          </p:nvPr>
        </p:nvSpPr>
        <p:spPr/>
        <p:txBody>
          <a:bodyPr/>
          <a:lstStyle>
            <a:lvl1pPr>
              <a:defRPr/>
            </a:lvl1pPr>
          </a:lstStyle>
          <a:p>
            <a:fld id="{095B67F8-3864-425A-A4D9-E2BC08C4F04D}" type="slidenum">
              <a:rPr lang="en-IN" smtClean="0"/>
              <a:t>‹#›</a:t>
            </a:fld>
            <a:endParaRPr lang="en-IN"/>
          </a:p>
        </p:txBody>
      </p:sp>
    </p:spTree>
    <p:extLst>
      <p:ext uri="{BB962C8B-B14F-4D97-AF65-F5344CB8AC3E}">
        <p14:creationId xmlns:p14="http://schemas.microsoft.com/office/powerpoint/2010/main" val="15681276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43F204F-0527-F359-E020-C43A7A1EFDB5}"/>
              </a:ext>
            </a:extLst>
          </p:cNvPr>
          <p:cNvSpPr>
            <a:spLocks noGrp="1"/>
          </p:cNvSpPr>
          <p:nvPr>
            <p:ph type="dt" sz="half" idx="10"/>
          </p:nvPr>
        </p:nvSpPr>
        <p:spPr/>
        <p:txBody>
          <a:bodyPr/>
          <a:lstStyle>
            <a:lvl1pPr>
              <a:defRPr/>
            </a:lvl1pPr>
          </a:lstStyle>
          <a:p>
            <a:fld id="{04D9DA4F-B283-46AB-B278-D5B99E6693DE}" type="datetimeFigureOut">
              <a:rPr lang="en-IN" smtClean="0"/>
              <a:t>03-08-2026</a:t>
            </a:fld>
            <a:endParaRPr lang="en-IN"/>
          </a:p>
        </p:txBody>
      </p:sp>
      <p:sp>
        <p:nvSpPr>
          <p:cNvPr id="4" name="Footer Placeholder 3">
            <a:extLst>
              <a:ext uri="{FF2B5EF4-FFF2-40B4-BE49-F238E27FC236}">
                <a16:creationId xmlns:a16="http://schemas.microsoft.com/office/drawing/2014/main" id="{1D6F5C84-7D85-6B3B-4A48-36E85A4C5742}"/>
              </a:ext>
            </a:extLst>
          </p:cNvPr>
          <p:cNvSpPr>
            <a:spLocks noGrp="1"/>
          </p:cNvSpPr>
          <p:nvPr>
            <p:ph type="ftr" sz="quarter" idx="11"/>
          </p:nvPr>
        </p:nvSpPr>
        <p:spPr/>
        <p:txBody>
          <a:bodyPr/>
          <a:lstStyle>
            <a:lvl1pPr>
              <a:defRPr/>
            </a:lvl1pPr>
          </a:lstStyle>
          <a:p>
            <a:endParaRPr lang="en-IN"/>
          </a:p>
        </p:txBody>
      </p:sp>
      <p:sp>
        <p:nvSpPr>
          <p:cNvPr id="5" name="Slide Number Placeholder 4">
            <a:extLst>
              <a:ext uri="{FF2B5EF4-FFF2-40B4-BE49-F238E27FC236}">
                <a16:creationId xmlns:a16="http://schemas.microsoft.com/office/drawing/2014/main" id="{E4A28A42-FE07-DE2E-EBAE-42B1BB1F7E84}"/>
              </a:ext>
            </a:extLst>
          </p:cNvPr>
          <p:cNvSpPr>
            <a:spLocks noGrp="1"/>
          </p:cNvSpPr>
          <p:nvPr>
            <p:ph type="sldNum" sz="quarter" idx="12"/>
          </p:nvPr>
        </p:nvSpPr>
        <p:spPr/>
        <p:txBody>
          <a:bodyPr/>
          <a:lstStyle>
            <a:lvl1pPr>
              <a:defRPr/>
            </a:lvl1pPr>
          </a:lstStyle>
          <a:p>
            <a:fld id="{095B67F8-3864-425A-A4D9-E2BC08C4F04D}" type="slidenum">
              <a:rPr lang="en-IN" smtClean="0"/>
              <a:t>‹#›</a:t>
            </a:fld>
            <a:endParaRPr lang="en-IN"/>
          </a:p>
        </p:txBody>
      </p:sp>
    </p:spTree>
    <p:extLst>
      <p:ext uri="{BB962C8B-B14F-4D97-AF65-F5344CB8AC3E}">
        <p14:creationId xmlns:p14="http://schemas.microsoft.com/office/powerpoint/2010/main" val="1627010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AF3302-8D61-C056-96BB-694507EF5CBD}"/>
              </a:ext>
            </a:extLst>
          </p:cNvPr>
          <p:cNvSpPr>
            <a:spLocks noGrp="1"/>
          </p:cNvSpPr>
          <p:nvPr>
            <p:ph type="dt" sz="half" idx="10"/>
          </p:nvPr>
        </p:nvSpPr>
        <p:spPr/>
        <p:txBody>
          <a:bodyPr/>
          <a:lstStyle>
            <a:lvl1pPr>
              <a:defRPr/>
            </a:lvl1pPr>
          </a:lstStyle>
          <a:p>
            <a:fld id="{04D9DA4F-B283-46AB-B278-D5B99E6693DE}" type="datetimeFigureOut">
              <a:rPr lang="en-IN" smtClean="0"/>
              <a:t>03-08-2026</a:t>
            </a:fld>
            <a:endParaRPr lang="en-IN"/>
          </a:p>
        </p:txBody>
      </p:sp>
      <p:sp>
        <p:nvSpPr>
          <p:cNvPr id="3" name="Footer Placeholder 2">
            <a:extLst>
              <a:ext uri="{FF2B5EF4-FFF2-40B4-BE49-F238E27FC236}">
                <a16:creationId xmlns:a16="http://schemas.microsoft.com/office/drawing/2014/main" id="{D8943D02-CCC0-D13A-998C-CB44054C0B95}"/>
              </a:ext>
            </a:extLst>
          </p:cNvPr>
          <p:cNvSpPr>
            <a:spLocks noGrp="1"/>
          </p:cNvSpPr>
          <p:nvPr>
            <p:ph type="ftr" sz="quarter" idx="11"/>
          </p:nvPr>
        </p:nvSpPr>
        <p:spPr/>
        <p:txBody>
          <a:bodyPr/>
          <a:lstStyle>
            <a:lvl1pPr>
              <a:defRPr/>
            </a:lvl1pPr>
          </a:lstStyle>
          <a:p>
            <a:endParaRPr lang="en-IN"/>
          </a:p>
        </p:txBody>
      </p:sp>
      <p:sp>
        <p:nvSpPr>
          <p:cNvPr id="4" name="Slide Number Placeholder 3">
            <a:extLst>
              <a:ext uri="{FF2B5EF4-FFF2-40B4-BE49-F238E27FC236}">
                <a16:creationId xmlns:a16="http://schemas.microsoft.com/office/drawing/2014/main" id="{237098C0-B884-165A-2694-973A56D86BA0}"/>
              </a:ext>
            </a:extLst>
          </p:cNvPr>
          <p:cNvSpPr>
            <a:spLocks noGrp="1"/>
          </p:cNvSpPr>
          <p:nvPr>
            <p:ph type="sldNum" sz="quarter" idx="12"/>
          </p:nvPr>
        </p:nvSpPr>
        <p:spPr/>
        <p:txBody>
          <a:bodyPr/>
          <a:lstStyle>
            <a:lvl1pPr>
              <a:defRPr/>
            </a:lvl1pPr>
          </a:lstStyle>
          <a:p>
            <a:fld id="{095B67F8-3864-425A-A4D9-E2BC08C4F04D}" type="slidenum">
              <a:rPr lang="en-IN" smtClean="0"/>
              <a:t>‹#›</a:t>
            </a:fld>
            <a:endParaRPr lang="en-IN"/>
          </a:p>
        </p:txBody>
      </p:sp>
    </p:spTree>
    <p:extLst>
      <p:ext uri="{BB962C8B-B14F-4D97-AF65-F5344CB8AC3E}">
        <p14:creationId xmlns:p14="http://schemas.microsoft.com/office/powerpoint/2010/main" val="1512527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987425"/>
            <a:ext cx="3932237" cy="1069974"/>
          </a:xfrm>
        </p:spPr>
        <p:txBody>
          <a:bodyPr anchor="b"/>
          <a:lstStyle>
            <a:lvl1pPr>
              <a:defRPr sz="2400"/>
            </a:lvl1pPr>
          </a:lstStyle>
          <a:p>
            <a:r>
              <a:rPr lang="en-US"/>
              <a:t>Click to edit Master title style</a:t>
            </a:r>
            <a:endParaRPr lang="en-IN"/>
          </a:p>
        </p:txBody>
      </p:sp>
      <p:sp>
        <p:nvSpPr>
          <p:cNvPr id="3" name="Content Placeholder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FC1A566-EA49-2977-8317-6FB23668A89C}"/>
              </a:ext>
            </a:extLst>
          </p:cNvPr>
          <p:cNvSpPr>
            <a:spLocks noGrp="1"/>
          </p:cNvSpPr>
          <p:nvPr>
            <p:ph type="dt" sz="half" idx="10"/>
          </p:nvPr>
        </p:nvSpPr>
        <p:spPr/>
        <p:txBody>
          <a:bodyPr/>
          <a:lstStyle>
            <a:lvl1pPr>
              <a:defRPr/>
            </a:lvl1pPr>
          </a:lstStyle>
          <a:p>
            <a:fld id="{04D9DA4F-B283-46AB-B278-D5B99E6693DE}" type="datetimeFigureOut">
              <a:rPr lang="en-IN" smtClean="0"/>
              <a:t>03-08-2026</a:t>
            </a:fld>
            <a:endParaRPr lang="en-IN"/>
          </a:p>
        </p:txBody>
      </p:sp>
      <p:sp>
        <p:nvSpPr>
          <p:cNvPr id="6" name="Footer Placeholder 5">
            <a:extLst>
              <a:ext uri="{FF2B5EF4-FFF2-40B4-BE49-F238E27FC236}">
                <a16:creationId xmlns:a16="http://schemas.microsoft.com/office/drawing/2014/main" id="{527BDFB9-862F-16D1-7A43-6B67A6BA9F6B}"/>
              </a:ext>
            </a:extLst>
          </p:cNvPr>
          <p:cNvSpPr>
            <a:spLocks noGrp="1"/>
          </p:cNvSpPr>
          <p:nvPr>
            <p:ph type="ftr" sz="quarter" idx="11"/>
          </p:nvPr>
        </p:nvSpPr>
        <p:spPr/>
        <p:txBody>
          <a:bodyPr/>
          <a:lstStyle>
            <a:lvl1pPr>
              <a:defRPr/>
            </a:lvl1pPr>
          </a:lstStyle>
          <a:p>
            <a:endParaRPr lang="en-IN"/>
          </a:p>
        </p:txBody>
      </p:sp>
      <p:sp>
        <p:nvSpPr>
          <p:cNvPr id="7" name="Slide Number Placeholder 6">
            <a:extLst>
              <a:ext uri="{FF2B5EF4-FFF2-40B4-BE49-F238E27FC236}">
                <a16:creationId xmlns:a16="http://schemas.microsoft.com/office/drawing/2014/main" id="{8D3EEF3A-C8B2-956C-D15D-86434F200ED0}"/>
              </a:ext>
            </a:extLst>
          </p:cNvPr>
          <p:cNvSpPr>
            <a:spLocks noGrp="1"/>
          </p:cNvSpPr>
          <p:nvPr>
            <p:ph type="sldNum" sz="quarter" idx="12"/>
          </p:nvPr>
        </p:nvSpPr>
        <p:spPr/>
        <p:txBody>
          <a:bodyPr/>
          <a:lstStyle>
            <a:lvl1pPr>
              <a:defRPr/>
            </a:lvl1pPr>
          </a:lstStyle>
          <a:p>
            <a:fld id="{095B67F8-3864-425A-A4D9-E2BC08C4F04D}" type="slidenum">
              <a:rPr lang="en-IN" smtClean="0"/>
              <a:t>‹#›</a:t>
            </a:fld>
            <a:endParaRPr lang="en-IN"/>
          </a:p>
        </p:txBody>
      </p:sp>
    </p:spTree>
    <p:extLst>
      <p:ext uri="{BB962C8B-B14F-4D97-AF65-F5344CB8AC3E}">
        <p14:creationId xmlns:p14="http://schemas.microsoft.com/office/powerpoint/2010/main" val="3373265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987426"/>
            <a:ext cx="3932237" cy="1069975"/>
          </a:xfrm>
        </p:spPr>
        <p:txBody>
          <a:bodyPr anchor="b"/>
          <a:lstStyle>
            <a:lvl1pPr>
              <a:defRPr sz="2400"/>
            </a:lvl1pPr>
          </a:lstStyle>
          <a:p>
            <a:r>
              <a:rPr lang="en-US"/>
              <a:t>Click to edit Master title style</a:t>
            </a:r>
            <a:endParaRPr lang="en-IN"/>
          </a:p>
        </p:txBody>
      </p:sp>
      <p:sp>
        <p:nvSpPr>
          <p:cNvPr id="3" name="Picture Placeholder 2"/>
          <p:cNvSpPr>
            <a:spLocks noGrp="1"/>
          </p:cNvSpPr>
          <p:nvPr>
            <p:ph type="pic" idx="1"/>
          </p:nvPr>
        </p:nvSpPr>
        <p:spPr>
          <a:xfrm>
            <a:off x="5183188" y="987427"/>
            <a:ext cx="6172200" cy="4873625"/>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FCBCC3F-66AE-D685-917C-BCE23EBFE6CD}"/>
              </a:ext>
            </a:extLst>
          </p:cNvPr>
          <p:cNvSpPr>
            <a:spLocks noGrp="1"/>
          </p:cNvSpPr>
          <p:nvPr>
            <p:ph type="dt" sz="half" idx="10"/>
          </p:nvPr>
        </p:nvSpPr>
        <p:spPr/>
        <p:txBody>
          <a:bodyPr/>
          <a:lstStyle>
            <a:lvl1pPr>
              <a:defRPr/>
            </a:lvl1pPr>
          </a:lstStyle>
          <a:p>
            <a:fld id="{04D9DA4F-B283-46AB-B278-D5B99E6693DE}" type="datetimeFigureOut">
              <a:rPr lang="en-IN" smtClean="0"/>
              <a:t>03-08-2026</a:t>
            </a:fld>
            <a:endParaRPr lang="en-IN"/>
          </a:p>
        </p:txBody>
      </p:sp>
      <p:sp>
        <p:nvSpPr>
          <p:cNvPr id="6" name="Footer Placeholder 5">
            <a:extLst>
              <a:ext uri="{FF2B5EF4-FFF2-40B4-BE49-F238E27FC236}">
                <a16:creationId xmlns:a16="http://schemas.microsoft.com/office/drawing/2014/main" id="{3EF1C573-3CAA-6017-0BFA-B1CAB9048170}"/>
              </a:ext>
            </a:extLst>
          </p:cNvPr>
          <p:cNvSpPr>
            <a:spLocks noGrp="1"/>
          </p:cNvSpPr>
          <p:nvPr>
            <p:ph type="ftr" sz="quarter" idx="11"/>
          </p:nvPr>
        </p:nvSpPr>
        <p:spPr/>
        <p:txBody>
          <a:bodyPr/>
          <a:lstStyle>
            <a:lvl1pPr>
              <a:defRPr/>
            </a:lvl1pPr>
          </a:lstStyle>
          <a:p>
            <a:endParaRPr lang="en-IN"/>
          </a:p>
        </p:txBody>
      </p:sp>
      <p:sp>
        <p:nvSpPr>
          <p:cNvPr id="7" name="Slide Number Placeholder 6">
            <a:extLst>
              <a:ext uri="{FF2B5EF4-FFF2-40B4-BE49-F238E27FC236}">
                <a16:creationId xmlns:a16="http://schemas.microsoft.com/office/drawing/2014/main" id="{1F416E67-65BF-8531-9B7F-D0AB1116C885}"/>
              </a:ext>
            </a:extLst>
          </p:cNvPr>
          <p:cNvSpPr>
            <a:spLocks noGrp="1"/>
          </p:cNvSpPr>
          <p:nvPr>
            <p:ph type="sldNum" sz="quarter" idx="12"/>
          </p:nvPr>
        </p:nvSpPr>
        <p:spPr/>
        <p:txBody>
          <a:bodyPr/>
          <a:lstStyle>
            <a:lvl1pPr>
              <a:defRPr/>
            </a:lvl1pPr>
          </a:lstStyle>
          <a:p>
            <a:fld id="{095B67F8-3864-425A-A4D9-E2BC08C4F04D}" type="slidenum">
              <a:rPr lang="en-IN" smtClean="0"/>
              <a:t>‹#›</a:t>
            </a:fld>
            <a:endParaRPr lang="en-IN"/>
          </a:p>
        </p:txBody>
      </p:sp>
    </p:spTree>
    <p:extLst>
      <p:ext uri="{BB962C8B-B14F-4D97-AF65-F5344CB8AC3E}">
        <p14:creationId xmlns:p14="http://schemas.microsoft.com/office/powerpoint/2010/main" val="14041595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8287074-245E-87F5-DFC8-F77FA4B66C09}"/>
              </a:ext>
            </a:extLst>
          </p:cNvPr>
          <p:cNvSpPr>
            <a:spLocks noGrp="1"/>
          </p:cNvSpPr>
          <p:nvPr>
            <p:ph type="dt" sz="half" idx="10"/>
          </p:nvPr>
        </p:nvSpPr>
        <p:spPr/>
        <p:txBody>
          <a:bodyPr/>
          <a:lstStyle>
            <a:lvl1pPr>
              <a:defRPr/>
            </a:lvl1pPr>
          </a:lstStyle>
          <a:p>
            <a:fld id="{04D9DA4F-B283-46AB-B278-D5B99E6693DE}" type="datetimeFigureOut">
              <a:rPr lang="en-IN" smtClean="0"/>
              <a:t>03-08-2026</a:t>
            </a:fld>
            <a:endParaRPr lang="en-IN"/>
          </a:p>
        </p:txBody>
      </p:sp>
      <p:sp>
        <p:nvSpPr>
          <p:cNvPr id="5" name="Footer Placeholder 4">
            <a:extLst>
              <a:ext uri="{FF2B5EF4-FFF2-40B4-BE49-F238E27FC236}">
                <a16:creationId xmlns:a16="http://schemas.microsoft.com/office/drawing/2014/main" id="{21267015-6888-E53F-F21D-DC01C60BBFC1}"/>
              </a:ext>
            </a:extLst>
          </p:cNvPr>
          <p:cNvSpPr>
            <a:spLocks noGrp="1"/>
          </p:cNvSpPr>
          <p:nvPr>
            <p:ph type="ftr" sz="quarter" idx="11"/>
          </p:nvPr>
        </p:nvSpPr>
        <p:spPr/>
        <p:txBody>
          <a:bodyPr/>
          <a:lstStyle>
            <a:lvl1pPr>
              <a:defRPr/>
            </a:lvl1pPr>
          </a:lstStyle>
          <a:p>
            <a:endParaRPr lang="en-IN"/>
          </a:p>
        </p:txBody>
      </p:sp>
      <p:sp>
        <p:nvSpPr>
          <p:cNvPr id="6" name="Slide Number Placeholder 5">
            <a:extLst>
              <a:ext uri="{FF2B5EF4-FFF2-40B4-BE49-F238E27FC236}">
                <a16:creationId xmlns:a16="http://schemas.microsoft.com/office/drawing/2014/main" id="{211566B7-60AE-81B8-5DE4-D6BFD289C851}"/>
              </a:ext>
            </a:extLst>
          </p:cNvPr>
          <p:cNvSpPr>
            <a:spLocks noGrp="1"/>
          </p:cNvSpPr>
          <p:nvPr>
            <p:ph type="sldNum" sz="quarter" idx="12"/>
          </p:nvPr>
        </p:nvSpPr>
        <p:spPr/>
        <p:txBody>
          <a:bodyPr/>
          <a:lstStyle>
            <a:lvl1pPr>
              <a:defRPr/>
            </a:lvl1pPr>
          </a:lstStyle>
          <a:p>
            <a:fld id="{095B67F8-3864-425A-A4D9-E2BC08C4F04D}" type="slidenum">
              <a:rPr lang="en-IN" smtClean="0"/>
              <a:t>‹#›</a:t>
            </a:fld>
            <a:endParaRPr lang="en-IN"/>
          </a:p>
        </p:txBody>
      </p:sp>
    </p:spTree>
    <p:extLst>
      <p:ext uri="{BB962C8B-B14F-4D97-AF65-F5344CB8AC3E}">
        <p14:creationId xmlns:p14="http://schemas.microsoft.com/office/powerpoint/2010/main" val="25018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34291"/>
            <a:ext cx="2628900" cy="5442672"/>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1" y="734291"/>
            <a:ext cx="7734300" cy="544267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CEEC42-DA93-168A-2B53-EF25A3731A49}"/>
              </a:ext>
            </a:extLst>
          </p:cNvPr>
          <p:cNvSpPr>
            <a:spLocks noGrp="1"/>
          </p:cNvSpPr>
          <p:nvPr>
            <p:ph type="dt" sz="half" idx="10"/>
          </p:nvPr>
        </p:nvSpPr>
        <p:spPr/>
        <p:txBody>
          <a:bodyPr/>
          <a:lstStyle>
            <a:lvl1pPr>
              <a:defRPr/>
            </a:lvl1pPr>
          </a:lstStyle>
          <a:p>
            <a:fld id="{04D9DA4F-B283-46AB-B278-D5B99E6693DE}" type="datetimeFigureOut">
              <a:rPr lang="en-IN" smtClean="0"/>
              <a:t>03-08-2026</a:t>
            </a:fld>
            <a:endParaRPr lang="en-IN"/>
          </a:p>
        </p:txBody>
      </p:sp>
      <p:sp>
        <p:nvSpPr>
          <p:cNvPr id="5" name="Footer Placeholder 4">
            <a:extLst>
              <a:ext uri="{FF2B5EF4-FFF2-40B4-BE49-F238E27FC236}">
                <a16:creationId xmlns:a16="http://schemas.microsoft.com/office/drawing/2014/main" id="{7ACAB2B8-EC58-8D37-46A2-4312FBD9C99D}"/>
              </a:ext>
            </a:extLst>
          </p:cNvPr>
          <p:cNvSpPr>
            <a:spLocks noGrp="1"/>
          </p:cNvSpPr>
          <p:nvPr>
            <p:ph type="ftr" sz="quarter" idx="11"/>
          </p:nvPr>
        </p:nvSpPr>
        <p:spPr/>
        <p:txBody>
          <a:bodyPr/>
          <a:lstStyle>
            <a:lvl1pPr>
              <a:defRPr/>
            </a:lvl1pPr>
          </a:lstStyle>
          <a:p>
            <a:endParaRPr lang="en-IN"/>
          </a:p>
        </p:txBody>
      </p:sp>
      <p:sp>
        <p:nvSpPr>
          <p:cNvPr id="6" name="Slide Number Placeholder 5">
            <a:extLst>
              <a:ext uri="{FF2B5EF4-FFF2-40B4-BE49-F238E27FC236}">
                <a16:creationId xmlns:a16="http://schemas.microsoft.com/office/drawing/2014/main" id="{D490C8FE-9ACC-AEDE-88A1-C2C2CA5C850D}"/>
              </a:ext>
            </a:extLst>
          </p:cNvPr>
          <p:cNvSpPr>
            <a:spLocks noGrp="1"/>
          </p:cNvSpPr>
          <p:nvPr>
            <p:ph type="sldNum" sz="quarter" idx="12"/>
          </p:nvPr>
        </p:nvSpPr>
        <p:spPr/>
        <p:txBody>
          <a:bodyPr/>
          <a:lstStyle>
            <a:lvl1pPr>
              <a:defRPr/>
            </a:lvl1pPr>
          </a:lstStyle>
          <a:p>
            <a:fld id="{095B67F8-3864-425A-A4D9-E2BC08C4F04D}" type="slidenum">
              <a:rPr lang="en-IN" smtClean="0"/>
              <a:t>‹#›</a:t>
            </a:fld>
            <a:endParaRPr lang="en-IN"/>
          </a:p>
        </p:txBody>
      </p:sp>
    </p:spTree>
    <p:extLst>
      <p:ext uri="{BB962C8B-B14F-4D97-AF65-F5344CB8AC3E}">
        <p14:creationId xmlns:p14="http://schemas.microsoft.com/office/powerpoint/2010/main" val="17786034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75"/>
        <p:cNvGrpSpPr/>
        <p:nvPr/>
      </p:nvGrpSpPr>
      <p:grpSpPr>
        <a:xfrm>
          <a:off x="0" y="0"/>
          <a:ext cx="0" cy="0"/>
          <a:chOff x="0" y="0"/>
          <a:chExt cx="0" cy="0"/>
        </a:xfrm>
      </p:grpSpPr>
      <p:sp>
        <p:nvSpPr>
          <p:cNvPr id="76" name="Google Shape;76;p16"/>
          <p:cNvSpPr txBox="1">
            <a:spLocks noGrp="1"/>
          </p:cNvSpPr>
          <p:nvPr>
            <p:ph type="title"/>
          </p:nvPr>
        </p:nvSpPr>
        <p:spPr>
          <a:xfrm>
            <a:off x="3451520" y="921765"/>
            <a:ext cx="5288800" cy="590996"/>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267" b="0" i="0">
                <a:solidFill>
                  <a:srgbClr val="FF000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16"/>
          <p:cNvSpPr txBox="1">
            <a:spLocks noGrp="1"/>
          </p:cNvSpPr>
          <p:nvPr>
            <p:ph type="ftr" idx="11"/>
          </p:nvPr>
        </p:nvSpPr>
        <p:spPr>
          <a:xfrm>
            <a:off x="4145280" y="6377940"/>
            <a:ext cx="3901600" cy="138499"/>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6"/>
          <p:cNvSpPr txBox="1">
            <a:spLocks noGrp="1"/>
          </p:cNvSpPr>
          <p:nvPr>
            <p:ph type="dt" idx="10"/>
          </p:nvPr>
        </p:nvSpPr>
        <p:spPr>
          <a:xfrm>
            <a:off x="609600" y="6377940"/>
            <a:ext cx="2804000" cy="13849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6"/>
          <p:cNvSpPr txBox="1">
            <a:spLocks noGrp="1"/>
          </p:cNvSpPr>
          <p:nvPr>
            <p:ph type="sldNum" idx="12"/>
          </p:nvPr>
        </p:nvSpPr>
        <p:spPr>
          <a:xfrm>
            <a:off x="8778240" y="6377941"/>
            <a:ext cx="2804000" cy="138499"/>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a:spcAft>
                <a:spcPts val="0"/>
              </a:spcAft>
            </a:pPr>
            <a:fld id="{00000000-1234-1234-1234-123412341234}" type="slidenum">
              <a:rPr lang="en-GB" smtClean="0"/>
              <a:pPr>
                <a:spcAft>
                  <a:spcPts val="0"/>
                </a:spcAft>
              </a:pPr>
              <a:t>‹#›</a:t>
            </a:fld>
            <a:endParaRPr lang="en-GB" sz="2400">
              <a:latin typeface="Calibri"/>
              <a:ea typeface="Calibri"/>
              <a:cs typeface="Calibri"/>
              <a:sym typeface="Calibri"/>
            </a:endParaRPr>
          </a:p>
        </p:txBody>
      </p:sp>
    </p:spTree>
    <p:extLst>
      <p:ext uri="{BB962C8B-B14F-4D97-AF65-F5344CB8AC3E}">
        <p14:creationId xmlns:p14="http://schemas.microsoft.com/office/powerpoint/2010/main" val="5313931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1">
  <p:cSld name="Title Slide 1">
    <p:spTree>
      <p:nvGrpSpPr>
        <p:cNvPr id="1" name="Shape 112"/>
        <p:cNvGrpSpPr/>
        <p:nvPr/>
      </p:nvGrpSpPr>
      <p:grpSpPr>
        <a:xfrm>
          <a:off x="0" y="0"/>
          <a:ext cx="0" cy="0"/>
          <a:chOff x="0" y="0"/>
          <a:chExt cx="0" cy="0"/>
        </a:xfrm>
      </p:grpSpPr>
      <p:sp>
        <p:nvSpPr>
          <p:cNvPr id="113" name="Google Shape;113;p23"/>
          <p:cNvSpPr txBox="1">
            <a:spLocks noGrp="1"/>
          </p:cNvSpPr>
          <p:nvPr>
            <p:ph type="body" idx="1"/>
          </p:nvPr>
        </p:nvSpPr>
        <p:spPr>
          <a:xfrm>
            <a:off x="1524000" y="3602037"/>
            <a:ext cx="9144000" cy="1655600"/>
          </a:xfrm>
          <a:prstGeom prst="rect">
            <a:avLst/>
          </a:prstGeom>
          <a:noFill/>
          <a:ln>
            <a:noFill/>
          </a:ln>
        </p:spPr>
        <p:txBody>
          <a:bodyPr spcFirstLastPara="1" wrap="square" lIns="34275" tIns="34275" rIns="34275" bIns="34275" anchor="t" anchorCtr="0">
            <a:normAutofit/>
          </a:bodyPr>
          <a:lstStyle>
            <a:lvl1pPr marL="609585" lvl="0" indent="-304792" algn="ctr">
              <a:lnSpc>
                <a:spcPct val="90000"/>
              </a:lnSpc>
              <a:spcBef>
                <a:spcPts val="667"/>
              </a:spcBef>
              <a:spcAft>
                <a:spcPts val="0"/>
              </a:spcAft>
              <a:buClr>
                <a:srgbClr val="000000"/>
              </a:buClr>
              <a:buSzPts val="1400"/>
              <a:buFont typeface="Times New Roman"/>
              <a:buNone/>
              <a:defRPr sz="1867"/>
            </a:lvl1pPr>
            <a:lvl2pPr marL="1219170" lvl="1" indent="-304792" algn="ctr">
              <a:lnSpc>
                <a:spcPct val="90000"/>
              </a:lnSpc>
              <a:spcBef>
                <a:spcPts val="667"/>
              </a:spcBef>
              <a:spcAft>
                <a:spcPts val="0"/>
              </a:spcAft>
              <a:buClr>
                <a:srgbClr val="000000"/>
              </a:buClr>
              <a:buSzPts val="1400"/>
              <a:buFont typeface="Times New Roman"/>
              <a:buNone/>
              <a:defRPr sz="1867"/>
            </a:lvl2pPr>
            <a:lvl3pPr marL="1828754" lvl="2" indent="-304792" algn="ctr">
              <a:lnSpc>
                <a:spcPct val="90000"/>
              </a:lnSpc>
              <a:spcBef>
                <a:spcPts val="667"/>
              </a:spcBef>
              <a:spcAft>
                <a:spcPts val="0"/>
              </a:spcAft>
              <a:buClr>
                <a:srgbClr val="000000"/>
              </a:buClr>
              <a:buSzPts val="1400"/>
              <a:buFont typeface="Times New Roman"/>
              <a:buNone/>
              <a:defRPr sz="1867"/>
            </a:lvl3pPr>
            <a:lvl4pPr marL="2438339" lvl="3" indent="-304792" algn="ctr">
              <a:lnSpc>
                <a:spcPct val="90000"/>
              </a:lnSpc>
              <a:spcBef>
                <a:spcPts val="667"/>
              </a:spcBef>
              <a:spcAft>
                <a:spcPts val="0"/>
              </a:spcAft>
              <a:buClr>
                <a:srgbClr val="000000"/>
              </a:buClr>
              <a:buSzPts val="1400"/>
              <a:buFont typeface="Times New Roman"/>
              <a:buNone/>
              <a:defRPr sz="1867"/>
            </a:lvl4pPr>
            <a:lvl5pPr marL="3047924" lvl="4" indent="-304792" algn="ctr">
              <a:lnSpc>
                <a:spcPct val="90000"/>
              </a:lnSpc>
              <a:spcBef>
                <a:spcPts val="667"/>
              </a:spcBef>
              <a:spcAft>
                <a:spcPts val="0"/>
              </a:spcAft>
              <a:buClr>
                <a:srgbClr val="000000"/>
              </a:buClr>
              <a:buSzPts val="1400"/>
              <a:buFont typeface="Times New Roman"/>
              <a:buNone/>
              <a:defRPr sz="1867"/>
            </a:lvl5pPr>
            <a:lvl6pPr marL="3657509" lvl="5" indent="-304792" algn="l">
              <a:lnSpc>
                <a:spcPct val="90000"/>
              </a:lnSpc>
              <a:spcBef>
                <a:spcPts val="667"/>
              </a:spcBef>
              <a:spcAft>
                <a:spcPts val="0"/>
              </a:spcAft>
              <a:buClr>
                <a:srgbClr val="000000"/>
              </a:buClr>
              <a:buSzPts val="1400"/>
              <a:buNone/>
              <a:defRPr/>
            </a:lvl6pPr>
            <a:lvl7pPr marL="4267093" lvl="6" indent="-304792" algn="l">
              <a:lnSpc>
                <a:spcPct val="90000"/>
              </a:lnSpc>
              <a:spcBef>
                <a:spcPts val="667"/>
              </a:spcBef>
              <a:spcAft>
                <a:spcPts val="0"/>
              </a:spcAft>
              <a:buClr>
                <a:srgbClr val="000000"/>
              </a:buClr>
              <a:buSzPts val="1400"/>
              <a:buNone/>
              <a:defRPr/>
            </a:lvl7pPr>
            <a:lvl8pPr marL="4876678" lvl="7" indent="-304792" algn="l">
              <a:lnSpc>
                <a:spcPct val="90000"/>
              </a:lnSpc>
              <a:spcBef>
                <a:spcPts val="667"/>
              </a:spcBef>
              <a:spcAft>
                <a:spcPts val="0"/>
              </a:spcAft>
              <a:buClr>
                <a:srgbClr val="000000"/>
              </a:buClr>
              <a:buSzPts val="1400"/>
              <a:buNone/>
              <a:defRPr/>
            </a:lvl8pPr>
            <a:lvl9pPr marL="5486263" lvl="8" indent="-304792" algn="l">
              <a:lnSpc>
                <a:spcPct val="90000"/>
              </a:lnSpc>
              <a:spcBef>
                <a:spcPts val="667"/>
              </a:spcBef>
              <a:spcAft>
                <a:spcPts val="0"/>
              </a:spcAft>
              <a:buClr>
                <a:srgbClr val="000000"/>
              </a:buClr>
              <a:buSzPts val="1400"/>
              <a:buNone/>
              <a:defRPr/>
            </a:lvl9pPr>
          </a:lstStyle>
          <a:p>
            <a:endParaRPr/>
          </a:p>
        </p:txBody>
      </p:sp>
      <p:sp>
        <p:nvSpPr>
          <p:cNvPr id="114" name="Google Shape;114;p23"/>
          <p:cNvSpPr txBox="1">
            <a:spLocks noGrp="1"/>
          </p:cNvSpPr>
          <p:nvPr>
            <p:ph type="title"/>
          </p:nvPr>
        </p:nvSpPr>
        <p:spPr>
          <a:xfrm>
            <a:off x="838200" y="812800"/>
            <a:ext cx="10515600" cy="878000"/>
          </a:xfrm>
          <a:prstGeom prst="rect">
            <a:avLst/>
          </a:prstGeom>
          <a:noFill/>
          <a:ln>
            <a:noFill/>
          </a:ln>
        </p:spPr>
        <p:txBody>
          <a:bodyPr spcFirstLastPara="1" wrap="square" lIns="34275" tIns="34275" rIns="34275" bIns="34275" anchor="ctr" anchorCtr="0">
            <a:normAutofit/>
          </a:bodyPr>
          <a:lstStyle>
            <a:lvl1pPr lvl="0" algn="l">
              <a:lnSpc>
                <a:spcPct val="90000"/>
              </a:lnSpc>
              <a:spcBef>
                <a:spcPts val="0"/>
              </a:spcBef>
              <a:spcAft>
                <a:spcPts val="0"/>
              </a:spcAft>
              <a:buClr>
                <a:srgbClr val="000000"/>
              </a:buClr>
              <a:buSzPts val="1400"/>
              <a:buNone/>
              <a:defRPr/>
            </a:lvl1pPr>
            <a:lvl2pPr lvl="1" algn="l">
              <a:lnSpc>
                <a:spcPct val="90000"/>
              </a:lnSpc>
              <a:spcBef>
                <a:spcPts val="0"/>
              </a:spcBef>
              <a:spcAft>
                <a:spcPts val="0"/>
              </a:spcAft>
              <a:buClr>
                <a:srgbClr val="000000"/>
              </a:buClr>
              <a:buSzPts val="1400"/>
              <a:buNone/>
              <a:defRPr/>
            </a:lvl2pPr>
            <a:lvl3pPr lvl="2" algn="l">
              <a:lnSpc>
                <a:spcPct val="90000"/>
              </a:lnSpc>
              <a:spcBef>
                <a:spcPts val="0"/>
              </a:spcBef>
              <a:spcAft>
                <a:spcPts val="0"/>
              </a:spcAft>
              <a:buClr>
                <a:srgbClr val="000000"/>
              </a:buClr>
              <a:buSzPts val="1400"/>
              <a:buNone/>
              <a:defRPr/>
            </a:lvl3pPr>
            <a:lvl4pPr lvl="3" algn="l">
              <a:lnSpc>
                <a:spcPct val="90000"/>
              </a:lnSpc>
              <a:spcBef>
                <a:spcPts val="0"/>
              </a:spcBef>
              <a:spcAft>
                <a:spcPts val="0"/>
              </a:spcAft>
              <a:buClr>
                <a:srgbClr val="000000"/>
              </a:buClr>
              <a:buSzPts val="1400"/>
              <a:buNone/>
              <a:defRPr/>
            </a:lvl4pPr>
            <a:lvl5pPr lvl="4" algn="l">
              <a:lnSpc>
                <a:spcPct val="90000"/>
              </a:lnSpc>
              <a:spcBef>
                <a:spcPts val="0"/>
              </a:spcBef>
              <a:spcAft>
                <a:spcPts val="0"/>
              </a:spcAft>
              <a:buClr>
                <a:srgbClr val="000000"/>
              </a:buClr>
              <a:buSzPts val="1400"/>
              <a:buNone/>
              <a:defRPr/>
            </a:lvl5pPr>
            <a:lvl6pPr lvl="5" algn="l">
              <a:lnSpc>
                <a:spcPct val="90000"/>
              </a:lnSpc>
              <a:spcBef>
                <a:spcPts val="0"/>
              </a:spcBef>
              <a:spcAft>
                <a:spcPts val="0"/>
              </a:spcAft>
              <a:buClr>
                <a:srgbClr val="000000"/>
              </a:buClr>
              <a:buSzPts val="1400"/>
              <a:buNone/>
              <a:defRPr/>
            </a:lvl6pPr>
            <a:lvl7pPr lvl="6" algn="l">
              <a:lnSpc>
                <a:spcPct val="90000"/>
              </a:lnSpc>
              <a:spcBef>
                <a:spcPts val="0"/>
              </a:spcBef>
              <a:spcAft>
                <a:spcPts val="0"/>
              </a:spcAft>
              <a:buClr>
                <a:srgbClr val="000000"/>
              </a:buClr>
              <a:buSzPts val="1400"/>
              <a:buNone/>
              <a:defRPr/>
            </a:lvl7pPr>
            <a:lvl8pPr lvl="7" algn="l">
              <a:lnSpc>
                <a:spcPct val="90000"/>
              </a:lnSpc>
              <a:spcBef>
                <a:spcPts val="0"/>
              </a:spcBef>
              <a:spcAft>
                <a:spcPts val="0"/>
              </a:spcAft>
              <a:buClr>
                <a:srgbClr val="000000"/>
              </a:buClr>
              <a:buSzPts val="1400"/>
              <a:buNone/>
              <a:defRPr/>
            </a:lvl8pPr>
            <a:lvl9pPr lvl="8" algn="l">
              <a:lnSpc>
                <a:spcPct val="90000"/>
              </a:lnSpc>
              <a:spcBef>
                <a:spcPts val="0"/>
              </a:spcBef>
              <a:spcAft>
                <a:spcPts val="0"/>
              </a:spcAft>
              <a:buClr>
                <a:srgbClr val="000000"/>
              </a:buClr>
              <a:buSzPts val="1400"/>
              <a:buNone/>
              <a:defRPr/>
            </a:lvl9pPr>
          </a:lstStyle>
          <a:p>
            <a:endParaRPr/>
          </a:p>
        </p:txBody>
      </p:sp>
      <p:sp>
        <p:nvSpPr>
          <p:cNvPr id="115" name="Google Shape;115;p23"/>
          <p:cNvSpPr txBox="1">
            <a:spLocks noGrp="1"/>
          </p:cNvSpPr>
          <p:nvPr>
            <p:ph type="sldNum" idx="12"/>
          </p:nvPr>
        </p:nvSpPr>
        <p:spPr>
          <a:xfrm>
            <a:off x="11133797" y="6447564"/>
            <a:ext cx="220000" cy="212785"/>
          </a:xfrm>
          <a:prstGeom prst="rect">
            <a:avLst/>
          </a:prstGeom>
          <a:noFill/>
          <a:ln>
            <a:noFill/>
          </a:ln>
        </p:spPr>
        <p:txBody>
          <a:bodyPr spcFirstLastPara="1" wrap="square" lIns="34275" tIns="34275" rIns="34275" bIns="34275" anchor="ctr" anchorCtr="0">
            <a:spAutoFit/>
          </a:bodyPr>
          <a:lstStyle>
            <a:lvl1pPr marL="0" lvl="0" indent="0" algn="r">
              <a:lnSpc>
                <a:spcPct val="100000"/>
              </a:lnSpc>
              <a:spcBef>
                <a:spcPts val="0"/>
              </a:spcBef>
              <a:spcAft>
                <a:spcPts val="0"/>
              </a:spcAft>
              <a:buClr>
                <a:srgbClr val="898989"/>
              </a:buClr>
              <a:buSzPts val="700"/>
              <a:buFont typeface="Calibri"/>
              <a:buNone/>
              <a:defRPr sz="933">
                <a:solidFill>
                  <a:srgbClr val="898989"/>
                </a:solidFill>
                <a:latin typeface="Calibri"/>
                <a:ea typeface="Calibri"/>
                <a:cs typeface="Calibri"/>
                <a:sym typeface="Calibri"/>
              </a:defRPr>
            </a:lvl1pPr>
            <a:lvl2pPr marL="0" lvl="1" indent="0" algn="r">
              <a:lnSpc>
                <a:spcPct val="100000"/>
              </a:lnSpc>
              <a:spcBef>
                <a:spcPts val="0"/>
              </a:spcBef>
              <a:spcAft>
                <a:spcPts val="0"/>
              </a:spcAft>
              <a:buClr>
                <a:srgbClr val="898989"/>
              </a:buClr>
              <a:buSzPts val="700"/>
              <a:buFont typeface="Calibri"/>
              <a:buNone/>
              <a:defRPr sz="933">
                <a:solidFill>
                  <a:srgbClr val="898989"/>
                </a:solidFill>
                <a:latin typeface="Calibri"/>
                <a:ea typeface="Calibri"/>
                <a:cs typeface="Calibri"/>
                <a:sym typeface="Calibri"/>
              </a:defRPr>
            </a:lvl2pPr>
            <a:lvl3pPr marL="0" lvl="2" indent="0" algn="r">
              <a:lnSpc>
                <a:spcPct val="100000"/>
              </a:lnSpc>
              <a:spcBef>
                <a:spcPts val="0"/>
              </a:spcBef>
              <a:spcAft>
                <a:spcPts val="0"/>
              </a:spcAft>
              <a:buClr>
                <a:srgbClr val="898989"/>
              </a:buClr>
              <a:buSzPts val="700"/>
              <a:buFont typeface="Calibri"/>
              <a:buNone/>
              <a:defRPr sz="933">
                <a:solidFill>
                  <a:srgbClr val="898989"/>
                </a:solidFill>
                <a:latin typeface="Calibri"/>
                <a:ea typeface="Calibri"/>
                <a:cs typeface="Calibri"/>
                <a:sym typeface="Calibri"/>
              </a:defRPr>
            </a:lvl3pPr>
            <a:lvl4pPr marL="0" lvl="3" indent="0" algn="r">
              <a:lnSpc>
                <a:spcPct val="100000"/>
              </a:lnSpc>
              <a:spcBef>
                <a:spcPts val="0"/>
              </a:spcBef>
              <a:spcAft>
                <a:spcPts val="0"/>
              </a:spcAft>
              <a:buClr>
                <a:srgbClr val="898989"/>
              </a:buClr>
              <a:buSzPts val="700"/>
              <a:buFont typeface="Calibri"/>
              <a:buNone/>
              <a:defRPr sz="933">
                <a:solidFill>
                  <a:srgbClr val="898989"/>
                </a:solidFill>
                <a:latin typeface="Calibri"/>
                <a:ea typeface="Calibri"/>
                <a:cs typeface="Calibri"/>
                <a:sym typeface="Calibri"/>
              </a:defRPr>
            </a:lvl4pPr>
            <a:lvl5pPr marL="0" lvl="4" indent="0" algn="r">
              <a:lnSpc>
                <a:spcPct val="100000"/>
              </a:lnSpc>
              <a:spcBef>
                <a:spcPts val="0"/>
              </a:spcBef>
              <a:spcAft>
                <a:spcPts val="0"/>
              </a:spcAft>
              <a:buClr>
                <a:srgbClr val="898989"/>
              </a:buClr>
              <a:buSzPts val="700"/>
              <a:buFont typeface="Calibri"/>
              <a:buNone/>
              <a:defRPr sz="933">
                <a:solidFill>
                  <a:srgbClr val="898989"/>
                </a:solidFill>
                <a:latin typeface="Calibri"/>
                <a:ea typeface="Calibri"/>
                <a:cs typeface="Calibri"/>
                <a:sym typeface="Calibri"/>
              </a:defRPr>
            </a:lvl5pPr>
            <a:lvl6pPr marL="0" lvl="5" indent="0" algn="r">
              <a:lnSpc>
                <a:spcPct val="100000"/>
              </a:lnSpc>
              <a:spcBef>
                <a:spcPts val="0"/>
              </a:spcBef>
              <a:spcAft>
                <a:spcPts val="0"/>
              </a:spcAft>
              <a:buClr>
                <a:srgbClr val="898989"/>
              </a:buClr>
              <a:buSzPts val="700"/>
              <a:buFont typeface="Calibri"/>
              <a:buNone/>
              <a:defRPr sz="933">
                <a:solidFill>
                  <a:srgbClr val="898989"/>
                </a:solidFill>
                <a:latin typeface="Calibri"/>
                <a:ea typeface="Calibri"/>
                <a:cs typeface="Calibri"/>
                <a:sym typeface="Calibri"/>
              </a:defRPr>
            </a:lvl6pPr>
            <a:lvl7pPr marL="0" lvl="6" indent="0" algn="r">
              <a:lnSpc>
                <a:spcPct val="100000"/>
              </a:lnSpc>
              <a:spcBef>
                <a:spcPts val="0"/>
              </a:spcBef>
              <a:spcAft>
                <a:spcPts val="0"/>
              </a:spcAft>
              <a:buClr>
                <a:srgbClr val="898989"/>
              </a:buClr>
              <a:buSzPts val="700"/>
              <a:buFont typeface="Calibri"/>
              <a:buNone/>
              <a:defRPr sz="933">
                <a:solidFill>
                  <a:srgbClr val="898989"/>
                </a:solidFill>
                <a:latin typeface="Calibri"/>
                <a:ea typeface="Calibri"/>
                <a:cs typeface="Calibri"/>
                <a:sym typeface="Calibri"/>
              </a:defRPr>
            </a:lvl7pPr>
            <a:lvl8pPr marL="0" lvl="7" indent="0" algn="r">
              <a:lnSpc>
                <a:spcPct val="100000"/>
              </a:lnSpc>
              <a:spcBef>
                <a:spcPts val="0"/>
              </a:spcBef>
              <a:spcAft>
                <a:spcPts val="0"/>
              </a:spcAft>
              <a:buClr>
                <a:srgbClr val="898989"/>
              </a:buClr>
              <a:buSzPts val="700"/>
              <a:buFont typeface="Calibri"/>
              <a:buNone/>
              <a:defRPr sz="933">
                <a:solidFill>
                  <a:srgbClr val="898989"/>
                </a:solidFill>
                <a:latin typeface="Calibri"/>
                <a:ea typeface="Calibri"/>
                <a:cs typeface="Calibri"/>
                <a:sym typeface="Calibri"/>
              </a:defRPr>
            </a:lvl8pPr>
            <a:lvl9pPr marL="0" lvl="8" indent="0" algn="r">
              <a:lnSpc>
                <a:spcPct val="100000"/>
              </a:lnSpc>
              <a:spcBef>
                <a:spcPts val="0"/>
              </a:spcBef>
              <a:spcAft>
                <a:spcPts val="0"/>
              </a:spcAft>
              <a:buClr>
                <a:srgbClr val="898989"/>
              </a:buClr>
              <a:buSzPts val="700"/>
              <a:buFont typeface="Calibri"/>
              <a:buNone/>
              <a:defRPr sz="933">
                <a:solidFill>
                  <a:srgbClr val="898989"/>
                </a:solidFill>
                <a:latin typeface="Calibri"/>
                <a:ea typeface="Calibri"/>
                <a:cs typeface="Calibri"/>
                <a:sym typeface="Calibri"/>
              </a:defRPr>
            </a:lvl9pPr>
          </a:lstStyle>
          <a:p>
            <a:fld id="{00000000-1234-1234-1234-123412341234}" type="slidenum">
              <a:rPr lang="en-GB" smtClean="0"/>
              <a:pPr/>
              <a:t>‹#›</a:t>
            </a:fld>
            <a:endParaRPr lang="en-GB" sz="2400">
              <a:solidFill>
                <a:srgbClr val="888888"/>
              </a:solidFill>
            </a:endParaRPr>
          </a:p>
        </p:txBody>
      </p:sp>
    </p:spTree>
    <p:extLst>
      <p:ext uri="{BB962C8B-B14F-4D97-AF65-F5344CB8AC3E}">
        <p14:creationId xmlns:p14="http://schemas.microsoft.com/office/powerpoint/2010/main" val="34093987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97"/>
        <p:cNvGrpSpPr/>
        <p:nvPr/>
      </p:nvGrpSpPr>
      <p:grpSpPr>
        <a:xfrm>
          <a:off x="0" y="0"/>
          <a:ext cx="0" cy="0"/>
          <a:chOff x="0" y="0"/>
          <a:chExt cx="0" cy="0"/>
        </a:xfrm>
      </p:grpSpPr>
      <p:sp>
        <p:nvSpPr>
          <p:cNvPr id="98" name="Google Shape;98;p20"/>
          <p:cNvSpPr txBox="1">
            <a:spLocks noGrp="1"/>
          </p:cNvSpPr>
          <p:nvPr>
            <p:ph type="title"/>
          </p:nvPr>
        </p:nvSpPr>
        <p:spPr>
          <a:xfrm>
            <a:off x="838200" y="812800"/>
            <a:ext cx="10515600" cy="878000"/>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99" name="Google Shape;99;p20"/>
          <p:cNvSpPr txBox="1">
            <a:spLocks noGrp="1"/>
          </p:cNvSpPr>
          <p:nvPr>
            <p:ph type="body" idx="1"/>
          </p:nvPr>
        </p:nvSpPr>
        <p:spPr>
          <a:xfrm>
            <a:off x="838200" y="1825625"/>
            <a:ext cx="10515600" cy="4351200"/>
          </a:xfrm>
          <a:prstGeom prst="rect">
            <a:avLst/>
          </a:prstGeom>
          <a:noFill/>
          <a:ln>
            <a:noFill/>
          </a:ln>
        </p:spPr>
        <p:txBody>
          <a:bodyPr spcFirstLastPara="1" wrap="square" lIns="45700" tIns="45700" rIns="45700" bIns="45700" anchor="t" anchorCtr="0">
            <a:normAutofit/>
          </a:bodyPr>
          <a:lstStyle>
            <a:lvl1pPr marL="609585" lvl="0" indent="-304792" algn="l">
              <a:lnSpc>
                <a:spcPct val="90000"/>
              </a:lnSpc>
              <a:spcBef>
                <a:spcPts val="933"/>
              </a:spcBef>
              <a:spcAft>
                <a:spcPts val="0"/>
              </a:spcAft>
              <a:buClr>
                <a:srgbClr val="000000"/>
              </a:buClr>
              <a:buSzPts val="1800"/>
              <a:buNone/>
              <a:defRPr/>
            </a:lvl1pPr>
            <a:lvl2pPr marL="1219170" lvl="1" indent="-304792" algn="l">
              <a:lnSpc>
                <a:spcPct val="90000"/>
              </a:lnSpc>
              <a:spcBef>
                <a:spcPts val="933"/>
              </a:spcBef>
              <a:spcAft>
                <a:spcPts val="0"/>
              </a:spcAft>
              <a:buClr>
                <a:srgbClr val="000000"/>
              </a:buClr>
              <a:buSzPts val="1800"/>
              <a:buNone/>
              <a:defRPr/>
            </a:lvl2pPr>
            <a:lvl3pPr marL="1828754" lvl="2" indent="-304792" algn="l">
              <a:lnSpc>
                <a:spcPct val="90000"/>
              </a:lnSpc>
              <a:spcBef>
                <a:spcPts val="933"/>
              </a:spcBef>
              <a:spcAft>
                <a:spcPts val="0"/>
              </a:spcAft>
              <a:buClr>
                <a:srgbClr val="000000"/>
              </a:buClr>
              <a:buSzPts val="1800"/>
              <a:buNone/>
              <a:defRPr/>
            </a:lvl3pPr>
            <a:lvl4pPr marL="2438339" lvl="3" indent="-304792" algn="l">
              <a:lnSpc>
                <a:spcPct val="90000"/>
              </a:lnSpc>
              <a:spcBef>
                <a:spcPts val="933"/>
              </a:spcBef>
              <a:spcAft>
                <a:spcPts val="0"/>
              </a:spcAft>
              <a:buClr>
                <a:srgbClr val="000000"/>
              </a:buClr>
              <a:buSzPts val="1800"/>
              <a:buNone/>
              <a:defRPr/>
            </a:lvl4pPr>
            <a:lvl5pPr marL="3047924" lvl="4" indent="-304792" algn="l">
              <a:lnSpc>
                <a:spcPct val="90000"/>
              </a:lnSpc>
              <a:spcBef>
                <a:spcPts val="933"/>
              </a:spcBef>
              <a:spcAft>
                <a:spcPts val="0"/>
              </a:spcAft>
              <a:buClr>
                <a:srgbClr val="000000"/>
              </a:buClr>
              <a:buSzPts val="1800"/>
              <a:buNone/>
              <a:defRPr/>
            </a:lvl5pPr>
            <a:lvl6pPr marL="3657509" lvl="5" indent="-304792" algn="l">
              <a:lnSpc>
                <a:spcPct val="90000"/>
              </a:lnSpc>
              <a:spcBef>
                <a:spcPts val="933"/>
              </a:spcBef>
              <a:spcAft>
                <a:spcPts val="0"/>
              </a:spcAft>
              <a:buClr>
                <a:srgbClr val="000000"/>
              </a:buClr>
              <a:buSzPts val="1800"/>
              <a:buNone/>
              <a:defRPr/>
            </a:lvl6pPr>
            <a:lvl7pPr marL="4267093" lvl="6" indent="-304792" algn="l">
              <a:lnSpc>
                <a:spcPct val="90000"/>
              </a:lnSpc>
              <a:spcBef>
                <a:spcPts val="933"/>
              </a:spcBef>
              <a:spcAft>
                <a:spcPts val="0"/>
              </a:spcAft>
              <a:buClr>
                <a:srgbClr val="000000"/>
              </a:buClr>
              <a:buSzPts val="1800"/>
              <a:buNone/>
              <a:defRPr/>
            </a:lvl7pPr>
            <a:lvl8pPr marL="4876678" lvl="7" indent="-304792" algn="l">
              <a:lnSpc>
                <a:spcPct val="90000"/>
              </a:lnSpc>
              <a:spcBef>
                <a:spcPts val="933"/>
              </a:spcBef>
              <a:spcAft>
                <a:spcPts val="0"/>
              </a:spcAft>
              <a:buClr>
                <a:srgbClr val="000000"/>
              </a:buClr>
              <a:buSzPts val="1800"/>
              <a:buNone/>
              <a:defRPr/>
            </a:lvl8pPr>
            <a:lvl9pPr marL="5486263" lvl="8" indent="-304792" algn="l">
              <a:lnSpc>
                <a:spcPct val="90000"/>
              </a:lnSpc>
              <a:spcBef>
                <a:spcPts val="933"/>
              </a:spcBef>
              <a:spcAft>
                <a:spcPts val="0"/>
              </a:spcAft>
              <a:buClr>
                <a:srgbClr val="000000"/>
              </a:buClr>
              <a:buSzPts val="1800"/>
              <a:buNone/>
              <a:defRPr/>
            </a:lvl9pPr>
          </a:lstStyle>
          <a:p>
            <a:endParaRPr/>
          </a:p>
        </p:txBody>
      </p:sp>
      <p:sp>
        <p:nvSpPr>
          <p:cNvPr id="100" name="Google Shape;100;p20"/>
          <p:cNvSpPr txBox="1">
            <a:spLocks noGrp="1"/>
          </p:cNvSpPr>
          <p:nvPr>
            <p:ph type="sldNum" idx="12"/>
          </p:nvPr>
        </p:nvSpPr>
        <p:spPr>
          <a:xfrm>
            <a:off x="11133797" y="6358943"/>
            <a:ext cx="220000" cy="461624"/>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98989"/>
              </a:buClr>
              <a:buSzPts val="900"/>
              <a:buFont typeface="Calibri"/>
              <a:buNone/>
              <a:defRPr sz="1200">
                <a:solidFill>
                  <a:srgbClr val="898989"/>
                </a:solidFill>
                <a:latin typeface="Calibri"/>
                <a:ea typeface="Calibri"/>
                <a:cs typeface="Calibri"/>
                <a:sym typeface="Calibri"/>
              </a:defRPr>
            </a:lvl1pPr>
            <a:lvl2pPr marL="0" lvl="1" indent="0" algn="r">
              <a:lnSpc>
                <a:spcPct val="100000"/>
              </a:lnSpc>
              <a:spcBef>
                <a:spcPts val="0"/>
              </a:spcBef>
              <a:spcAft>
                <a:spcPts val="0"/>
              </a:spcAft>
              <a:buClr>
                <a:srgbClr val="898989"/>
              </a:buClr>
              <a:buSzPts val="900"/>
              <a:buFont typeface="Calibri"/>
              <a:buNone/>
              <a:defRPr sz="1200">
                <a:solidFill>
                  <a:srgbClr val="898989"/>
                </a:solidFill>
                <a:latin typeface="Calibri"/>
                <a:ea typeface="Calibri"/>
                <a:cs typeface="Calibri"/>
                <a:sym typeface="Calibri"/>
              </a:defRPr>
            </a:lvl2pPr>
            <a:lvl3pPr marL="0" lvl="2" indent="0" algn="r">
              <a:lnSpc>
                <a:spcPct val="100000"/>
              </a:lnSpc>
              <a:spcBef>
                <a:spcPts val="0"/>
              </a:spcBef>
              <a:spcAft>
                <a:spcPts val="0"/>
              </a:spcAft>
              <a:buClr>
                <a:srgbClr val="898989"/>
              </a:buClr>
              <a:buSzPts val="900"/>
              <a:buFont typeface="Calibri"/>
              <a:buNone/>
              <a:defRPr sz="1200">
                <a:solidFill>
                  <a:srgbClr val="898989"/>
                </a:solidFill>
                <a:latin typeface="Calibri"/>
                <a:ea typeface="Calibri"/>
                <a:cs typeface="Calibri"/>
                <a:sym typeface="Calibri"/>
              </a:defRPr>
            </a:lvl3pPr>
            <a:lvl4pPr marL="0" lvl="3" indent="0" algn="r">
              <a:lnSpc>
                <a:spcPct val="100000"/>
              </a:lnSpc>
              <a:spcBef>
                <a:spcPts val="0"/>
              </a:spcBef>
              <a:spcAft>
                <a:spcPts val="0"/>
              </a:spcAft>
              <a:buClr>
                <a:srgbClr val="898989"/>
              </a:buClr>
              <a:buSzPts val="900"/>
              <a:buFont typeface="Calibri"/>
              <a:buNone/>
              <a:defRPr sz="1200">
                <a:solidFill>
                  <a:srgbClr val="898989"/>
                </a:solidFill>
                <a:latin typeface="Calibri"/>
                <a:ea typeface="Calibri"/>
                <a:cs typeface="Calibri"/>
                <a:sym typeface="Calibri"/>
              </a:defRPr>
            </a:lvl4pPr>
            <a:lvl5pPr marL="0" lvl="4" indent="0" algn="r">
              <a:lnSpc>
                <a:spcPct val="100000"/>
              </a:lnSpc>
              <a:spcBef>
                <a:spcPts val="0"/>
              </a:spcBef>
              <a:spcAft>
                <a:spcPts val="0"/>
              </a:spcAft>
              <a:buClr>
                <a:srgbClr val="898989"/>
              </a:buClr>
              <a:buSzPts val="900"/>
              <a:buFont typeface="Calibri"/>
              <a:buNone/>
              <a:defRPr sz="1200">
                <a:solidFill>
                  <a:srgbClr val="898989"/>
                </a:solidFill>
                <a:latin typeface="Calibri"/>
                <a:ea typeface="Calibri"/>
                <a:cs typeface="Calibri"/>
                <a:sym typeface="Calibri"/>
              </a:defRPr>
            </a:lvl5pPr>
            <a:lvl6pPr marL="0" lvl="5" indent="0" algn="r">
              <a:lnSpc>
                <a:spcPct val="100000"/>
              </a:lnSpc>
              <a:spcBef>
                <a:spcPts val="0"/>
              </a:spcBef>
              <a:spcAft>
                <a:spcPts val="0"/>
              </a:spcAft>
              <a:buClr>
                <a:srgbClr val="898989"/>
              </a:buClr>
              <a:buSzPts val="900"/>
              <a:buFont typeface="Calibri"/>
              <a:buNone/>
              <a:defRPr sz="1200">
                <a:solidFill>
                  <a:srgbClr val="898989"/>
                </a:solidFill>
                <a:latin typeface="Calibri"/>
                <a:ea typeface="Calibri"/>
                <a:cs typeface="Calibri"/>
                <a:sym typeface="Calibri"/>
              </a:defRPr>
            </a:lvl6pPr>
            <a:lvl7pPr marL="0" lvl="6" indent="0" algn="r">
              <a:lnSpc>
                <a:spcPct val="100000"/>
              </a:lnSpc>
              <a:spcBef>
                <a:spcPts val="0"/>
              </a:spcBef>
              <a:spcAft>
                <a:spcPts val="0"/>
              </a:spcAft>
              <a:buClr>
                <a:srgbClr val="898989"/>
              </a:buClr>
              <a:buSzPts val="900"/>
              <a:buFont typeface="Calibri"/>
              <a:buNone/>
              <a:defRPr sz="1200">
                <a:solidFill>
                  <a:srgbClr val="898989"/>
                </a:solidFill>
                <a:latin typeface="Calibri"/>
                <a:ea typeface="Calibri"/>
                <a:cs typeface="Calibri"/>
                <a:sym typeface="Calibri"/>
              </a:defRPr>
            </a:lvl7pPr>
            <a:lvl8pPr marL="0" lvl="7" indent="0" algn="r">
              <a:lnSpc>
                <a:spcPct val="100000"/>
              </a:lnSpc>
              <a:spcBef>
                <a:spcPts val="0"/>
              </a:spcBef>
              <a:spcAft>
                <a:spcPts val="0"/>
              </a:spcAft>
              <a:buClr>
                <a:srgbClr val="898989"/>
              </a:buClr>
              <a:buSzPts val="900"/>
              <a:buFont typeface="Calibri"/>
              <a:buNone/>
              <a:defRPr sz="1200">
                <a:solidFill>
                  <a:srgbClr val="898989"/>
                </a:solidFill>
                <a:latin typeface="Calibri"/>
                <a:ea typeface="Calibri"/>
                <a:cs typeface="Calibri"/>
                <a:sym typeface="Calibri"/>
              </a:defRPr>
            </a:lvl8pPr>
            <a:lvl9pPr marL="0" lvl="8" indent="0" algn="r">
              <a:lnSpc>
                <a:spcPct val="100000"/>
              </a:lnSpc>
              <a:spcBef>
                <a:spcPts val="0"/>
              </a:spcBef>
              <a:spcAft>
                <a:spcPts val="0"/>
              </a:spcAft>
              <a:buClr>
                <a:srgbClr val="898989"/>
              </a:buClr>
              <a:buSzPts val="900"/>
              <a:buFont typeface="Calibri"/>
              <a:buNone/>
              <a:defRPr sz="1200">
                <a:solidFill>
                  <a:srgbClr val="898989"/>
                </a:solidFill>
                <a:latin typeface="Calibri"/>
                <a:ea typeface="Calibri"/>
                <a:cs typeface="Calibri"/>
                <a:sym typeface="Calibri"/>
              </a:defRPr>
            </a:lvl9pPr>
          </a:lstStyle>
          <a:p>
            <a:fld id="{00000000-1234-1234-1234-123412341234}" type="slidenum">
              <a:rPr lang="en-GB" smtClean="0"/>
              <a:pPr/>
              <a:t>‹#›</a:t>
            </a:fld>
            <a:endParaRPr lang="en-GB" sz="2400">
              <a:solidFill>
                <a:srgbClr val="888888"/>
              </a:solidFill>
            </a:endParaRPr>
          </a:p>
        </p:txBody>
      </p:sp>
    </p:spTree>
    <p:extLst>
      <p:ext uri="{BB962C8B-B14F-4D97-AF65-F5344CB8AC3E}">
        <p14:creationId xmlns:p14="http://schemas.microsoft.com/office/powerpoint/2010/main" val="8478631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1 1">
  <p:cSld name="Title and Content 1 1">
    <p:spTree>
      <p:nvGrpSpPr>
        <p:cNvPr id="1" name="Shape 77"/>
        <p:cNvGrpSpPr/>
        <p:nvPr/>
      </p:nvGrpSpPr>
      <p:grpSpPr>
        <a:xfrm>
          <a:off x="0" y="0"/>
          <a:ext cx="0" cy="0"/>
          <a:chOff x="0" y="0"/>
          <a:chExt cx="0" cy="0"/>
        </a:xfrm>
      </p:grpSpPr>
      <p:sp>
        <p:nvSpPr>
          <p:cNvPr id="78" name="Google Shape;78;g3f57c0a166a_0_156"/>
          <p:cNvSpPr txBox="1">
            <a:spLocks noGrp="1"/>
          </p:cNvSpPr>
          <p:nvPr>
            <p:ph type="title"/>
          </p:nvPr>
        </p:nvSpPr>
        <p:spPr>
          <a:xfrm>
            <a:off x="838200" y="812800"/>
            <a:ext cx="10515600" cy="878000"/>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79" name="Google Shape;79;g3f57c0a166a_0_156"/>
          <p:cNvSpPr txBox="1">
            <a:spLocks noGrp="1"/>
          </p:cNvSpPr>
          <p:nvPr>
            <p:ph type="body" idx="1"/>
          </p:nvPr>
        </p:nvSpPr>
        <p:spPr>
          <a:xfrm>
            <a:off x="838200" y="1825625"/>
            <a:ext cx="10515600" cy="4351200"/>
          </a:xfrm>
          <a:prstGeom prst="rect">
            <a:avLst/>
          </a:prstGeom>
          <a:noFill/>
          <a:ln>
            <a:noFill/>
          </a:ln>
        </p:spPr>
        <p:txBody>
          <a:bodyPr spcFirstLastPara="1" wrap="square" lIns="45700" tIns="45700" rIns="45700" bIns="45700" anchor="t" anchorCtr="0">
            <a:normAutofit/>
          </a:bodyPr>
          <a:lstStyle>
            <a:lvl1pPr marL="609585" lvl="0" indent="-304792" algn="l">
              <a:lnSpc>
                <a:spcPct val="90000"/>
              </a:lnSpc>
              <a:spcBef>
                <a:spcPts val="933"/>
              </a:spcBef>
              <a:spcAft>
                <a:spcPts val="0"/>
              </a:spcAft>
              <a:buClr>
                <a:srgbClr val="000000"/>
              </a:buClr>
              <a:buSzPts val="1800"/>
              <a:buNone/>
              <a:defRPr/>
            </a:lvl1pPr>
            <a:lvl2pPr marL="1219170" lvl="1" indent="-304792" algn="l">
              <a:lnSpc>
                <a:spcPct val="90000"/>
              </a:lnSpc>
              <a:spcBef>
                <a:spcPts val="933"/>
              </a:spcBef>
              <a:spcAft>
                <a:spcPts val="0"/>
              </a:spcAft>
              <a:buClr>
                <a:srgbClr val="000000"/>
              </a:buClr>
              <a:buSzPts val="1800"/>
              <a:buNone/>
              <a:defRPr/>
            </a:lvl2pPr>
            <a:lvl3pPr marL="1828754" lvl="2" indent="-304792" algn="l">
              <a:lnSpc>
                <a:spcPct val="90000"/>
              </a:lnSpc>
              <a:spcBef>
                <a:spcPts val="933"/>
              </a:spcBef>
              <a:spcAft>
                <a:spcPts val="0"/>
              </a:spcAft>
              <a:buClr>
                <a:srgbClr val="000000"/>
              </a:buClr>
              <a:buSzPts val="1800"/>
              <a:buNone/>
              <a:defRPr/>
            </a:lvl3pPr>
            <a:lvl4pPr marL="2438339" lvl="3" indent="-304792" algn="l">
              <a:lnSpc>
                <a:spcPct val="90000"/>
              </a:lnSpc>
              <a:spcBef>
                <a:spcPts val="933"/>
              </a:spcBef>
              <a:spcAft>
                <a:spcPts val="0"/>
              </a:spcAft>
              <a:buClr>
                <a:srgbClr val="000000"/>
              </a:buClr>
              <a:buSzPts val="1800"/>
              <a:buNone/>
              <a:defRPr/>
            </a:lvl4pPr>
            <a:lvl5pPr marL="3047924" lvl="4" indent="-304792" algn="l">
              <a:lnSpc>
                <a:spcPct val="90000"/>
              </a:lnSpc>
              <a:spcBef>
                <a:spcPts val="933"/>
              </a:spcBef>
              <a:spcAft>
                <a:spcPts val="0"/>
              </a:spcAft>
              <a:buClr>
                <a:srgbClr val="000000"/>
              </a:buClr>
              <a:buSzPts val="1800"/>
              <a:buNone/>
              <a:defRPr/>
            </a:lvl5pPr>
            <a:lvl6pPr marL="3657509" lvl="5" indent="-304792" algn="l">
              <a:lnSpc>
                <a:spcPct val="90000"/>
              </a:lnSpc>
              <a:spcBef>
                <a:spcPts val="933"/>
              </a:spcBef>
              <a:spcAft>
                <a:spcPts val="0"/>
              </a:spcAft>
              <a:buClr>
                <a:srgbClr val="000000"/>
              </a:buClr>
              <a:buSzPts val="1800"/>
              <a:buNone/>
              <a:defRPr/>
            </a:lvl6pPr>
            <a:lvl7pPr marL="4267093" lvl="6" indent="-304792" algn="l">
              <a:lnSpc>
                <a:spcPct val="90000"/>
              </a:lnSpc>
              <a:spcBef>
                <a:spcPts val="933"/>
              </a:spcBef>
              <a:spcAft>
                <a:spcPts val="0"/>
              </a:spcAft>
              <a:buClr>
                <a:srgbClr val="000000"/>
              </a:buClr>
              <a:buSzPts val="1800"/>
              <a:buNone/>
              <a:defRPr/>
            </a:lvl7pPr>
            <a:lvl8pPr marL="4876678" lvl="7" indent="-304792" algn="l">
              <a:lnSpc>
                <a:spcPct val="90000"/>
              </a:lnSpc>
              <a:spcBef>
                <a:spcPts val="933"/>
              </a:spcBef>
              <a:spcAft>
                <a:spcPts val="0"/>
              </a:spcAft>
              <a:buClr>
                <a:srgbClr val="000000"/>
              </a:buClr>
              <a:buSzPts val="1800"/>
              <a:buNone/>
              <a:defRPr/>
            </a:lvl8pPr>
            <a:lvl9pPr marL="5486263" lvl="8" indent="-304792" algn="l">
              <a:lnSpc>
                <a:spcPct val="90000"/>
              </a:lnSpc>
              <a:spcBef>
                <a:spcPts val="933"/>
              </a:spcBef>
              <a:spcAft>
                <a:spcPts val="0"/>
              </a:spcAft>
              <a:buClr>
                <a:srgbClr val="000000"/>
              </a:buClr>
              <a:buSzPts val="1800"/>
              <a:buNone/>
              <a:defRPr/>
            </a:lvl9pPr>
          </a:lstStyle>
          <a:p>
            <a:endParaRPr/>
          </a:p>
        </p:txBody>
      </p:sp>
      <p:sp>
        <p:nvSpPr>
          <p:cNvPr id="80" name="Google Shape;80;g3f57c0a166a_0_156"/>
          <p:cNvSpPr txBox="1">
            <a:spLocks noGrp="1"/>
          </p:cNvSpPr>
          <p:nvPr>
            <p:ph type="sldNum" idx="12"/>
          </p:nvPr>
        </p:nvSpPr>
        <p:spPr>
          <a:xfrm>
            <a:off x="11133797" y="6258849"/>
            <a:ext cx="220000" cy="461624"/>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98989"/>
              </a:buClr>
              <a:buSzPts val="9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9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9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9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9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9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9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9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900"/>
              <a:buFont typeface="Calibri"/>
              <a:buNone/>
              <a:defRPr sz="1200" b="0" i="0" u="none" strike="noStrike" cap="none">
                <a:solidFill>
                  <a:srgbClr val="898989"/>
                </a:solidFill>
                <a:latin typeface="Calibri"/>
                <a:ea typeface="Calibri"/>
                <a:cs typeface="Calibri"/>
                <a:sym typeface="Calibri"/>
              </a:defRPr>
            </a:lvl9pPr>
          </a:lstStyle>
          <a:p>
            <a:fld id="{00000000-1234-1234-1234-123412341234}" type="slidenum">
              <a:rPr lang="en-GB" smtClean="0"/>
              <a:pPr/>
              <a:t>‹#›</a:t>
            </a:fld>
            <a:endParaRPr lang="en-GB" sz="2400">
              <a:solidFill>
                <a:srgbClr val="888888"/>
              </a:solidFill>
            </a:endParaRPr>
          </a:p>
        </p:txBody>
      </p:sp>
    </p:spTree>
    <p:extLst>
      <p:ext uri="{BB962C8B-B14F-4D97-AF65-F5344CB8AC3E}">
        <p14:creationId xmlns:p14="http://schemas.microsoft.com/office/powerpoint/2010/main" val="33192864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8"/>
        <p:cNvGrpSpPr/>
        <p:nvPr/>
      </p:nvGrpSpPr>
      <p:grpSpPr>
        <a:xfrm>
          <a:off x="0" y="0"/>
          <a:ext cx="0" cy="0"/>
          <a:chOff x="0" y="0"/>
          <a:chExt cx="0" cy="0"/>
        </a:xfrm>
      </p:grpSpPr>
      <p:sp>
        <p:nvSpPr>
          <p:cNvPr id="19" name="Google Shape;19;p40"/>
          <p:cNvSpPr txBox="1">
            <a:spLocks noGrp="1"/>
          </p:cNvSpPr>
          <p:nvPr>
            <p:ph type="title"/>
          </p:nvPr>
        </p:nvSpPr>
        <p:spPr>
          <a:xfrm>
            <a:off x="3451520" y="921765"/>
            <a:ext cx="5288800" cy="65665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267" b="0" i="0">
                <a:solidFill>
                  <a:srgbClr val="FF0000"/>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40"/>
          <p:cNvSpPr txBox="1">
            <a:spLocks noGrp="1"/>
          </p:cNvSpPr>
          <p:nvPr>
            <p:ph type="body" idx="1"/>
          </p:nvPr>
        </p:nvSpPr>
        <p:spPr>
          <a:xfrm>
            <a:off x="191956" y="2430633"/>
            <a:ext cx="10771200" cy="276999"/>
          </a:xfrm>
          <a:prstGeom prst="rect">
            <a:avLst/>
          </a:prstGeom>
          <a:noFill/>
          <a:ln>
            <a:noFill/>
          </a:ln>
        </p:spPr>
        <p:txBody>
          <a:bodyPr spcFirstLastPara="1" wrap="square" lIns="0" tIns="0" rIns="0" bIns="0" anchor="t" anchorCtr="0">
            <a:spAutoFit/>
          </a:bodyPr>
          <a:lstStyle>
            <a:lvl1pPr marL="609585" lvl="0" indent="-304792" algn="l">
              <a:lnSpc>
                <a:spcPct val="100000"/>
              </a:lnSpc>
              <a:spcBef>
                <a:spcPts val="0"/>
              </a:spcBef>
              <a:spcAft>
                <a:spcPts val="0"/>
              </a:spcAft>
              <a:buSzPts val="1400"/>
              <a:buNone/>
              <a:defRPr b="0" i="0">
                <a:solidFill>
                  <a:schemeClr val="dk1"/>
                </a:solidFill>
              </a:defRPr>
            </a:lvl1pPr>
            <a:lvl2pPr marL="1219170" lvl="1" indent="-304792" algn="l">
              <a:lnSpc>
                <a:spcPct val="100000"/>
              </a:lnSpc>
              <a:spcBef>
                <a:spcPts val="0"/>
              </a:spcBef>
              <a:spcAft>
                <a:spcPts val="0"/>
              </a:spcAft>
              <a:buSzPts val="1400"/>
              <a:buNone/>
              <a:defRPr/>
            </a:lvl2pPr>
            <a:lvl3pPr marL="1828754" lvl="2" indent="-304792" algn="l">
              <a:lnSpc>
                <a:spcPct val="100000"/>
              </a:lnSpc>
              <a:spcBef>
                <a:spcPts val="0"/>
              </a:spcBef>
              <a:spcAft>
                <a:spcPts val="0"/>
              </a:spcAft>
              <a:buSzPts val="1400"/>
              <a:buNone/>
              <a:defRPr/>
            </a:lvl3pPr>
            <a:lvl4pPr marL="2438339" lvl="3" indent="-304792" algn="l">
              <a:lnSpc>
                <a:spcPct val="100000"/>
              </a:lnSpc>
              <a:spcBef>
                <a:spcPts val="0"/>
              </a:spcBef>
              <a:spcAft>
                <a:spcPts val="0"/>
              </a:spcAft>
              <a:buSzPts val="1400"/>
              <a:buNone/>
              <a:defRPr/>
            </a:lvl4pPr>
            <a:lvl5pPr marL="3047924" lvl="4" indent="-304792" algn="l">
              <a:lnSpc>
                <a:spcPct val="100000"/>
              </a:lnSpc>
              <a:spcBef>
                <a:spcPts val="0"/>
              </a:spcBef>
              <a:spcAft>
                <a:spcPts val="0"/>
              </a:spcAft>
              <a:buSzPts val="1400"/>
              <a:buNone/>
              <a:defRPr/>
            </a:lvl5pPr>
            <a:lvl6pPr marL="3657509" lvl="5" indent="-304792" algn="l">
              <a:lnSpc>
                <a:spcPct val="100000"/>
              </a:lnSpc>
              <a:spcBef>
                <a:spcPts val="0"/>
              </a:spcBef>
              <a:spcAft>
                <a:spcPts val="0"/>
              </a:spcAft>
              <a:buSzPts val="1400"/>
              <a:buNone/>
              <a:defRPr/>
            </a:lvl6pPr>
            <a:lvl7pPr marL="4267093" lvl="6" indent="-304792" algn="l">
              <a:lnSpc>
                <a:spcPct val="100000"/>
              </a:lnSpc>
              <a:spcBef>
                <a:spcPts val="0"/>
              </a:spcBef>
              <a:spcAft>
                <a:spcPts val="0"/>
              </a:spcAft>
              <a:buSzPts val="1400"/>
              <a:buNone/>
              <a:defRPr/>
            </a:lvl7pPr>
            <a:lvl8pPr marL="4876678" lvl="7" indent="-304792" algn="l">
              <a:lnSpc>
                <a:spcPct val="100000"/>
              </a:lnSpc>
              <a:spcBef>
                <a:spcPts val="0"/>
              </a:spcBef>
              <a:spcAft>
                <a:spcPts val="0"/>
              </a:spcAft>
              <a:buSzPts val="1400"/>
              <a:buNone/>
              <a:defRPr/>
            </a:lvl8pPr>
            <a:lvl9pPr marL="5486263" lvl="8" indent="-304792" algn="l">
              <a:lnSpc>
                <a:spcPct val="100000"/>
              </a:lnSpc>
              <a:spcBef>
                <a:spcPts val="0"/>
              </a:spcBef>
              <a:spcAft>
                <a:spcPts val="0"/>
              </a:spcAft>
              <a:buSzPts val="1400"/>
              <a:buNone/>
              <a:defRPr/>
            </a:lvl9pPr>
          </a:lstStyle>
          <a:p>
            <a:endParaRPr/>
          </a:p>
        </p:txBody>
      </p:sp>
      <p:sp>
        <p:nvSpPr>
          <p:cNvPr id="21" name="Google Shape;21;p40"/>
          <p:cNvSpPr txBox="1">
            <a:spLocks noGrp="1"/>
          </p:cNvSpPr>
          <p:nvPr>
            <p:ph type="ftr" idx="11"/>
          </p:nvPr>
        </p:nvSpPr>
        <p:spPr>
          <a:xfrm>
            <a:off x="4145280" y="6377940"/>
            <a:ext cx="3901600" cy="369332"/>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40"/>
          <p:cNvSpPr txBox="1">
            <a:spLocks noGrp="1"/>
          </p:cNvSpPr>
          <p:nvPr>
            <p:ph type="dt" idx="10"/>
          </p:nvPr>
        </p:nvSpPr>
        <p:spPr>
          <a:xfrm>
            <a:off x="609600" y="6377940"/>
            <a:ext cx="2804000" cy="369332"/>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0"/>
          <p:cNvSpPr txBox="1">
            <a:spLocks noGrp="1"/>
          </p:cNvSpPr>
          <p:nvPr>
            <p:ph type="sldNum" idx="12"/>
          </p:nvPr>
        </p:nvSpPr>
        <p:spPr>
          <a:xfrm>
            <a:off x="8778240" y="6377940"/>
            <a:ext cx="2804000" cy="369332"/>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40307647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4"/>
        <p:cNvGrpSpPr/>
        <p:nvPr/>
      </p:nvGrpSpPr>
      <p:grpSpPr>
        <a:xfrm>
          <a:off x="0" y="0"/>
          <a:ext cx="0" cy="0"/>
          <a:chOff x="0" y="0"/>
          <a:chExt cx="0" cy="0"/>
        </a:xfrm>
      </p:grpSpPr>
      <p:sp>
        <p:nvSpPr>
          <p:cNvPr id="25" name="Google Shape;25;p41"/>
          <p:cNvSpPr txBox="1">
            <a:spLocks noGrp="1"/>
          </p:cNvSpPr>
          <p:nvPr>
            <p:ph type="title"/>
          </p:nvPr>
        </p:nvSpPr>
        <p:spPr>
          <a:xfrm>
            <a:off x="3451520" y="921765"/>
            <a:ext cx="5288800" cy="65665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267" b="0" i="0">
                <a:solidFill>
                  <a:srgbClr val="FF0000"/>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1"/>
          <p:cNvSpPr txBox="1">
            <a:spLocks noGrp="1"/>
          </p:cNvSpPr>
          <p:nvPr>
            <p:ph type="ftr" idx="11"/>
          </p:nvPr>
        </p:nvSpPr>
        <p:spPr>
          <a:xfrm>
            <a:off x="4145280" y="6377940"/>
            <a:ext cx="3901600" cy="369332"/>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1"/>
          <p:cNvSpPr txBox="1">
            <a:spLocks noGrp="1"/>
          </p:cNvSpPr>
          <p:nvPr>
            <p:ph type="dt" idx="10"/>
          </p:nvPr>
        </p:nvSpPr>
        <p:spPr>
          <a:xfrm>
            <a:off x="609600" y="6377940"/>
            <a:ext cx="2804000" cy="369332"/>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1"/>
          <p:cNvSpPr txBox="1">
            <a:spLocks noGrp="1"/>
          </p:cNvSpPr>
          <p:nvPr>
            <p:ph type="sldNum" idx="12"/>
          </p:nvPr>
        </p:nvSpPr>
        <p:spPr>
          <a:xfrm>
            <a:off x="8778240" y="6377940"/>
            <a:ext cx="2804000" cy="369332"/>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4705194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0">
  <p:cSld name="Title and Content 0">
    <p:spTree>
      <p:nvGrpSpPr>
        <p:cNvPr id="1" name="Shape 29"/>
        <p:cNvGrpSpPr/>
        <p:nvPr/>
      </p:nvGrpSpPr>
      <p:grpSpPr>
        <a:xfrm>
          <a:off x="0" y="0"/>
          <a:ext cx="0" cy="0"/>
          <a:chOff x="0" y="0"/>
          <a:chExt cx="0" cy="0"/>
        </a:xfrm>
      </p:grpSpPr>
      <p:sp>
        <p:nvSpPr>
          <p:cNvPr id="30" name="Google Shape;30;p42"/>
          <p:cNvSpPr txBox="1">
            <a:spLocks noGrp="1"/>
          </p:cNvSpPr>
          <p:nvPr>
            <p:ph type="title"/>
          </p:nvPr>
        </p:nvSpPr>
        <p:spPr>
          <a:xfrm>
            <a:off x="838200" y="812800"/>
            <a:ext cx="10515600" cy="878000"/>
          </a:xfrm>
          <a:prstGeom prst="rect">
            <a:avLst/>
          </a:prstGeom>
          <a:noFill/>
          <a:ln>
            <a:noFill/>
          </a:ln>
        </p:spPr>
        <p:txBody>
          <a:bodyPr spcFirstLastPara="1" wrap="square" lIns="34275" tIns="34275" rIns="34275" bIns="34275" anchor="ctr" anchorCtr="0">
            <a:normAutofit/>
          </a:bodyPr>
          <a:lstStyle>
            <a:lvl1pPr lvl="0" algn="l">
              <a:lnSpc>
                <a:spcPct val="90000"/>
              </a:lnSpc>
              <a:spcBef>
                <a:spcPts val="0"/>
              </a:spcBef>
              <a:spcAft>
                <a:spcPts val="0"/>
              </a:spcAft>
              <a:buClr>
                <a:srgbClr val="000000"/>
              </a:buClr>
              <a:buSzPts val="1400"/>
              <a:buNone/>
              <a:defRPr/>
            </a:lvl1pPr>
            <a:lvl2pPr lvl="1" algn="l">
              <a:lnSpc>
                <a:spcPct val="90000"/>
              </a:lnSpc>
              <a:spcBef>
                <a:spcPts val="0"/>
              </a:spcBef>
              <a:spcAft>
                <a:spcPts val="0"/>
              </a:spcAft>
              <a:buClr>
                <a:srgbClr val="000000"/>
              </a:buClr>
              <a:buSzPts val="1400"/>
              <a:buNone/>
              <a:defRPr/>
            </a:lvl2pPr>
            <a:lvl3pPr lvl="2" algn="l">
              <a:lnSpc>
                <a:spcPct val="90000"/>
              </a:lnSpc>
              <a:spcBef>
                <a:spcPts val="0"/>
              </a:spcBef>
              <a:spcAft>
                <a:spcPts val="0"/>
              </a:spcAft>
              <a:buClr>
                <a:srgbClr val="000000"/>
              </a:buClr>
              <a:buSzPts val="1400"/>
              <a:buNone/>
              <a:defRPr/>
            </a:lvl3pPr>
            <a:lvl4pPr lvl="3" algn="l">
              <a:lnSpc>
                <a:spcPct val="90000"/>
              </a:lnSpc>
              <a:spcBef>
                <a:spcPts val="0"/>
              </a:spcBef>
              <a:spcAft>
                <a:spcPts val="0"/>
              </a:spcAft>
              <a:buClr>
                <a:srgbClr val="000000"/>
              </a:buClr>
              <a:buSzPts val="1400"/>
              <a:buNone/>
              <a:defRPr/>
            </a:lvl4pPr>
            <a:lvl5pPr lvl="4" algn="l">
              <a:lnSpc>
                <a:spcPct val="90000"/>
              </a:lnSpc>
              <a:spcBef>
                <a:spcPts val="0"/>
              </a:spcBef>
              <a:spcAft>
                <a:spcPts val="0"/>
              </a:spcAft>
              <a:buClr>
                <a:srgbClr val="000000"/>
              </a:buClr>
              <a:buSzPts val="1400"/>
              <a:buNone/>
              <a:defRPr/>
            </a:lvl5pPr>
            <a:lvl6pPr lvl="5" algn="l">
              <a:lnSpc>
                <a:spcPct val="90000"/>
              </a:lnSpc>
              <a:spcBef>
                <a:spcPts val="0"/>
              </a:spcBef>
              <a:spcAft>
                <a:spcPts val="0"/>
              </a:spcAft>
              <a:buClr>
                <a:srgbClr val="000000"/>
              </a:buClr>
              <a:buSzPts val="1400"/>
              <a:buNone/>
              <a:defRPr/>
            </a:lvl6pPr>
            <a:lvl7pPr lvl="6" algn="l">
              <a:lnSpc>
                <a:spcPct val="90000"/>
              </a:lnSpc>
              <a:spcBef>
                <a:spcPts val="0"/>
              </a:spcBef>
              <a:spcAft>
                <a:spcPts val="0"/>
              </a:spcAft>
              <a:buClr>
                <a:srgbClr val="000000"/>
              </a:buClr>
              <a:buSzPts val="1400"/>
              <a:buNone/>
              <a:defRPr/>
            </a:lvl7pPr>
            <a:lvl8pPr lvl="7" algn="l">
              <a:lnSpc>
                <a:spcPct val="90000"/>
              </a:lnSpc>
              <a:spcBef>
                <a:spcPts val="0"/>
              </a:spcBef>
              <a:spcAft>
                <a:spcPts val="0"/>
              </a:spcAft>
              <a:buClr>
                <a:srgbClr val="000000"/>
              </a:buClr>
              <a:buSzPts val="1400"/>
              <a:buNone/>
              <a:defRPr/>
            </a:lvl8pPr>
            <a:lvl9pPr lvl="8" algn="l">
              <a:lnSpc>
                <a:spcPct val="90000"/>
              </a:lnSpc>
              <a:spcBef>
                <a:spcPts val="0"/>
              </a:spcBef>
              <a:spcAft>
                <a:spcPts val="0"/>
              </a:spcAft>
              <a:buClr>
                <a:srgbClr val="000000"/>
              </a:buClr>
              <a:buSzPts val="1400"/>
              <a:buNone/>
              <a:defRPr/>
            </a:lvl9pPr>
          </a:lstStyle>
          <a:p>
            <a:endParaRPr/>
          </a:p>
        </p:txBody>
      </p:sp>
      <p:sp>
        <p:nvSpPr>
          <p:cNvPr id="31" name="Google Shape;31;p42"/>
          <p:cNvSpPr txBox="1">
            <a:spLocks noGrp="1"/>
          </p:cNvSpPr>
          <p:nvPr>
            <p:ph type="body" idx="1"/>
          </p:nvPr>
        </p:nvSpPr>
        <p:spPr>
          <a:xfrm>
            <a:off x="838200" y="1825625"/>
            <a:ext cx="10515600" cy="4351200"/>
          </a:xfrm>
          <a:prstGeom prst="rect">
            <a:avLst/>
          </a:prstGeom>
          <a:noFill/>
          <a:ln>
            <a:noFill/>
          </a:ln>
        </p:spPr>
        <p:txBody>
          <a:bodyPr spcFirstLastPara="1" wrap="square" lIns="34275" tIns="34275" rIns="34275" bIns="34275" anchor="t" anchorCtr="0">
            <a:normAutofit/>
          </a:bodyPr>
          <a:lstStyle>
            <a:lvl1pPr marL="609585" lvl="0" indent="-304792" algn="l">
              <a:lnSpc>
                <a:spcPct val="90000"/>
              </a:lnSpc>
              <a:spcBef>
                <a:spcPts val="667"/>
              </a:spcBef>
              <a:spcAft>
                <a:spcPts val="0"/>
              </a:spcAft>
              <a:buClr>
                <a:srgbClr val="000000"/>
              </a:buClr>
              <a:buSzPts val="1400"/>
              <a:buNone/>
              <a:defRPr/>
            </a:lvl1pPr>
            <a:lvl2pPr marL="1219170" lvl="1" indent="-304792" algn="l">
              <a:lnSpc>
                <a:spcPct val="90000"/>
              </a:lnSpc>
              <a:spcBef>
                <a:spcPts val="667"/>
              </a:spcBef>
              <a:spcAft>
                <a:spcPts val="0"/>
              </a:spcAft>
              <a:buClr>
                <a:srgbClr val="000000"/>
              </a:buClr>
              <a:buSzPts val="1400"/>
              <a:buNone/>
              <a:defRPr/>
            </a:lvl2pPr>
            <a:lvl3pPr marL="1828754" lvl="2" indent="-304792" algn="l">
              <a:lnSpc>
                <a:spcPct val="90000"/>
              </a:lnSpc>
              <a:spcBef>
                <a:spcPts val="667"/>
              </a:spcBef>
              <a:spcAft>
                <a:spcPts val="0"/>
              </a:spcAft>
              <a:buClr>
                <a:srgbClr val="000000"/>
              </a:buClr>
              <a:buSzPts val="1400"/>
              <a:buNone/>
              <a:defRPr/>
            </a:lvl3pPr>
            <a:lvl4pPr marL="2438339" lvl="3" indent="-304792" algn="l">
              <a:lnSpc>
                <a:spcPct val="90000"/>
              </a:lnSpc>
              <a:spcBef>
                <a:spcPts val="667"/>
              </a:spcBef>
              <a:spcAft>
                <a:spcPts val="0"/>
              </a:spcAft>
              <a:buClr>
                <a:srgbClr val="000000"/>
              </a:buClr>
              <a:buSzPts val="1400"/>
              <a:buNone/>
              <a:defRPr/>
            </a:lvl4pPr>
            <a:lvl5pPr marL="3047924" lvl="4" indent="-304792" algn="l">
              <a:lnSpc>
                <a:spcPct val="90000"/>
              </a:lnSpc>
              <a:spcBef>
                <a:spcPts val="667"/>
              </a:spcBef>
              <a:spcAft>
                <a:spcPts val="0"/>
              </a:spcAft>
              <a:buClr>
                <a:srgbClr val="000000"/>
              </a:buClr>
              <a:buSzPts val="1400"/>
              <a:buNone/>
              <a:defRPr/>
            </a:lvl5pPr>
            <a:lvl6pPr marL="3657509" lvl="5" indent="-304792" algn="l">
              <a:lnSpc>
                <a:spcPct val="90000"/>
              </a:lnSpc>
              <a:spcBef>
                <a:spcPts val="667"/>
              </a:spcBef>
              <a:spcAft>
                <a:spcPts val="0"/>
              </a:spcAft>
              <a:buClr>
                <a:srgbClr val="000000"/>
              </a:buClr>
              <a:buSzPts val="1400"/>
              <a:buNone/>
              <a:defRPr/>
            </a:lvl6pPr>
            <a:lvl7pPr marL="4267093" lvl="6" indent="-304792" algn="l">
              <a:lnSpc>
                <a:spcPct val="90000"/>
              </a:lnSpc>
              <a:spcBef>
                <a:spcPts val="667"/>
              </a:spcBef>
              <a:spcAft>
                <a:spcPts val="0"/>
              </a:spcAft>
              <a:buClr>
                <a:srgbClr val="000000"/>
              </a:buClr>
              <a:buSzPts val="1400"/>
              <a:buNone/>
              <a:defRPr/>
            </a:lvl7pPr>
            <a:lvl8pPr marL="4876678" lvl="7" indent="-304792" algn="l">
              <a:lnSpc>
                <a:spcPct val="90000"/>
              </a:lnSpc>
              <a:spcBef>
                <a:spcPts val="667"/>
              </a:spcBef>
              <a:spcAft>
                <a:spcPts val="0"/>
              </a:spcAft>
              <a:buClr>
                <a:srgbClr val="000000"/>
              </a:buClr>
              <a:buSzPts val="1400"/>
              <a:buNone/>
              <a:defRPr/>
            </a:lvl8pPr>
            <a:lvl9pPr marL="5486263" lvl="8" indent="-304792" algn="l">
              <a:lnSpc>
                <a:spcPct val="90000"/>
              </a:lnSpc>
              <a:spcBef>
                <a:spcPts val="667"/>
              </a:spcBef>
              <a:spcAft>
                <a:spcPts val="0"/>
              </a:spcAft>
              <a:buClr>
                <a:srgbClr val="000000"/>
              </a:buClr>
              <a:buSzPts val="1400"/>
              <a:buNone/>
              <a:defRPr/>
            </a:lvl9pPr>
          </a:lstStyle>
          <a:p>
            <a:endParaRPr/>
          </a:p>
        </p:txBody>
      </p:sp>
      <p:sp>
        <p:nvSpPr>
          <p:cNvPr id="32" name="Google Shape;32;p42"/>
          <p:cNvSpPr txBox="1">
            <a:spLocks noGrp="1"/>
          </p:cNvSpPr>
          <p:nvPr>
            <p:ph type="sldNum" idx="12"/>
          </p:nvPr>
        </p:nvSpPr>
        <p:spPr>
          <a:xfrm>
            <a:off x="11133797" y="6447564"/>
            <a:ext cx="220000" cy="212785"/>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98989"/>
              </a:buClr>
              <a:buSzPts val="700"/>
              <a:buFont typeface="Calibri"/>
              <a:buNone/>
              <a:defRPr sz="933"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700"/>
              <a:buFont typeface="Calibri"/>
              <a:buNone/>
              <a:defRPr sz="933"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700"/>
              <a:buFont typeface="Calibri"/>
              <a:buNone/>
              <a:defRPr sz="933"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700"/>
              <a:buFont typeface="Calibri"/>
              <a:buNone/>
              <a:defRPr sz="933"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700"/>
              <a:buFont typeface="Calibri"/>
              <a:buNone/>
              <a:defRPr sz="933"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700"/>
              <a:buFont typeface="Calibri"/>
              <a:buNone/>
              <a:defRPr sz="933"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700"/>
              <a:buFont typeface="Calibri"/>
              <a:buNone/>
              <a:defRPr sz="933"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700"/>
              <a:buFont typeface="Calibri"/>
              <a:buNone/>
              <a:defRPr sz="933"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700"/>
              <a:buFont typeface="Calibri"/>
              <a:buNone/>
              <a:defRPr sz="933" b="0" i="0" u="none" strike="noStrike" cap="none">
                <a:solidFill>
                  <a:srgbClr val="898989"/>
                </a:solidFill>
                <a:latin typeface="Calibri"/>
                <a:ea typeface="Calibri"/>
                <a:cs typeface="Calibri"/>
                <a:sym typeface="Calibri"/>
              </a:defRPr>
            </a:lvl9pPr>
          </a:lstStyle>
          <a:p>
            <a:fld id="{00000000-1234-1234-1234-123412341234}" type="slidenum">
              <a:rPr lang="en-GB" smtClean="0"/>
              <a:pPr/>
              <a:t>‹#›</a:t>
            </a:fld>
            <a:endParaRPr lang="en-GB" sz="2400">
              <a:solidFill>
                <a:srgbClr val="888888"/>
              </a:solidFill>
            </a:endParaRPr>
          </a:p>
        </p:txBody>
      </p:sp>
    </p:spTree>
    <p:extLst>
      <p:ext uri="{BB962C8B-B14F-4D97-AF65-F5344CB8AC3E}">
        <p14:creationId xmlns:p14="http://schemas.microsoft.com/office/powerpoint/2010/main" val="2794104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Slide 1">
  <p:cSld name="Title Slide 1">
    <p:spTree>
      <p:nvGrpSpPr>
        <p:cNvPr id="1" name="Shape 33"/>
        <p:cNvGrpSpPr/>
        <p:nvPr/>
      </p:nvGrpSpPr>
      <p:grpSpPr>
        <a:xfrm>
          <a:off x="0" y="0"/>
          <a:ext cx="0" cy="0"/>
          <a:chOff x="0" y="0"/>
          <a:chExt cx="0" cy="0"/>
        </a:xfrm>
      </p:grpSpPr>
      <p:sp>
        <p:nvSpPr>
          <p:cNvPr id="34" name="Google Shape;34;p43"/>
          <p:cNvSpPr txBox="1">
            <a:spLocks noGrp="1"/>
          </p:cNvSpPr>
          <p:nvPr>
            <p:ph type="body" idx="1"/>
          </p:nvPr>
        </p:nvSpPr>
        <p:spPr>
          <a:xfrm>
            <a:off x="1524000" y="3602037"/>
            <a:ext cx="9144000" cy="1655600"/>
          </a:xfrm>
          <a:prstGeom prst="rect">
            <a:avLst/>
          </a:prstGeom>
          <a:noFill/>
          <a:ln>
            <a:noFill/>
          </a:ln>
        </p:spPr>
        <p:txBody>
          <a:bodyPr spcFirstLastPara="1" wrap="square" lIns="34275" tIns="34275" rIns="34275" bIns="34275" anchor="t" anchorCtr="0">
            <a:normAutofit/>
          </a:bodyPr>
          <a:lstStyle>
            <a:lvl1pPr marL="609585" lvl="0" indent="-304792" algn="ctr">
              <a:lnSpc>
                <a:spcPct val="90000"/>
              </a:lnSpc>
              <a:spcBef>
                <a:spcPts val="667"/>
              </a:spcBef>
              <a:spcAft>
                <a:spcPts val="0"/>
              </a:spcAft>
              <a:buClr>
                <a:srgbClr val="000000"/>
              </a:buClr>
              <a:buSzPts val="1400"/>
              <a:buFont typeface="Times New Roman"/>
              <a:buNone/>
              <a:defRPr sz="1867"/>
            </a:lvl1pPr>
            <a:lvl2pPr marL="1219170" lvl="1" indent="-304792" algn="ctr">
              <a:lnSpc>
                <a:spcPct val="90000"/>
              </a:lnSpc>
              <a:spcBef>
                <a:spcPts val="667"/>
              </a:spcBef>
              <a:spcAft>
                <a:spcPts val="0"/>
              </a:spcAft>
              <a:buClr>
                <a:srgbClr val="000000"/>
              </a:buClr>
              <a:buSzPts val="1400"/>
              <a:buFont typeface="Times New Roman"/>
              <a:buNone/>
              <a:defRPr sz="1867"/>
            </a:lvl2pPr>
            <a:lvl3pPr marL="1828754" lvl="2" indent="-304792" algn="ctr">
              <a:lnSpc>
                <a:spcPct val="90000"/>
              </a:lnSpc>
              <a:spcBef>
                <a:spcPts val="667"/>
              </a:spcBef>
              <a:spcAft>
                <a:spcPts val="0"/>
              </a:spcAft>
              <a:buClr>
                <a:srgbClr val="000000"/>
              </a:buClr>
              <a:buSzPts val="1400"/>
              <a:buFont typeface="Times New Roman"/>
              <a:buNone/>
              <a:defRPr sz="1867"/>
            </a:lvl3pPr>
            <a:lvl4pPr marL="2438339" lvl="3" indent="-304792" algn="ctr">
              <a:lnSpc>
                <a:spcPct val="90000"/>
              </a:lnSpc>
              <a:spcBef>
                <a:spcPts val="667"/>
              </a:spcBef>
              <a:spcAft>
                <a:spcPts val="0"/>
              </a:spcAft>
              <a:buClr>
                <a:srgbClr val="000000"/>
              </a:buClr>
              <a:buSzPts val="1400"/>
              <a:buFont typeface="Times New Roman"/>
              <a:buNone/>
              <a:defRPr sz="1867"/>
            </a:lvl4pPr>
            <a:lvl5pPr marL="3047924" lvl="4" indent="-304792" algn="ctr">
              <a:lnSpc>
                <a:spcPct val="90000"/>
              </a:lnSpc>
              <a:spcBef>
                <a:spcPts val="667"/>
              </a:spcBef>
              <a:spcAft>
                <a:spcPts val="0"/>
              </a:spcAft>
              <a:buClr>
                <a:srgbClr val="000000"/>
              </a:buClr>
              <a:buSzPts val="1400"/>
              <a:buFont typeface="Times New Roman"/>
              <a:buNone/>
              <a:defRPr sz="1867"/>
            </a:lvl5pPr>
            <a:lvl6pPr marL="3657509" lvl="5" indent="-304792" algn="l">
              <a:lnSpc>
                <a:spcPct val="90000"/>
              </a:lnSpc>
              <a:spcBef>
                <a:spcPts val="667"/>
              </a:spcBef>
              <a:spcAft>
                <a:spcPts val="0"/>
              </a:spcAft>
              <a:buClr>
                <a:srgbClr val="000000"/>
              </a:buClr>
              <a:buSzPts val="1400"/>
              <a:buNone/>
              <a:defRPr/>
            </a:lvl6pPr>
            <a:lvl7pPr marL="4267093" lvl="6" indent="-304792" algn="l">
              <a:lnSpc>
                <a:spcPct val="90000"/>
              </a:lnSpc>
              <a:spcBef>
                <a:spcPts val="667"/>
              </a:spcBef>
              <a:spcAft>
                <a:spcPts val="0"/>
              </a:spcAft>
              <a:buClr>
                <a:srgbClr val="000000"/>
              </a:buClr>
              <a:buSzPts val="1400"/>
              <a:buNone/>
              <a:defRPr/>
            </a:lvl7pPr>
            <a:lvl8pPr marL="4876678" lvl="7" indent="-304792" algn="l">
              <a:lnSpc>
                <a:spcPct val="90000"/>
              </a:lnSpc>
              <a:spcBef>
                <a:spcPts val="667"/>
              </a:spcBef>
              <a:spcAft>
                <a:spcPts val="0"/>
              </a:spcAft>
              <a:buClr>
                <a:srgbClr val="000000"/>
              </a:buClr>
              <a:buSzPts val="1400"/>
              <a:buNone/>
              <a:defRPr/>
            </a:lvl8pPr>
            <a:lvl9pPr marL="5486263" lvl="8" indent="-304792" algn="l">
              <a:lnSpc>
                <a:spcPct val="90000"/>
              </a:lnSpc>
              <a:spcBef>
                <a:spcPts val="667"/>
              </a:spcBef>
              <a:spcAft>
                <a:spcPts val="0"/>
              </a:spcAft>
              <a:buClr>
                <a:srgbClr val="000000"/>
              </a:buClr>
              <a:buSzPts val="1400"/>
              <a:buNone/>
              <a:defRPr/>
            </a:lvl9pPr>
          </a:lstStyle>
          <a:p>
            <a:endParaRPr/>
          </a:p>
        </p:txBody>
      </p:sp>
      <p:sp>
        <p:nvSpPr>
          <p:cNvPr id="35" name="Google Shape;35;p43"/>
          <p:cNvSpPr txBox="1">
            <a:spLocks noGrp="1"/>
          </p:cNvSpPr>
          <p:nvPr>
            <p:ph type="title"/>
          </p:nvPr>
        </p:nvSpPr>
        <p:spPr>
          <a:xfrm>
            <a:off x="838200" y="812800"/>
            <a:ext cx="10515600" cy="878000"/>
          </a:xfrm>
          <a:prstGeom prst="rect">
            <a:avLst/>
          </a:prstGeom>
          <a:noFill/>
          <a:ln>
            <a:noFill/>
          </a:ln>
        </p:spPr>
        <p:txBody>
          <a:bodyPr spcFirstLastPara="1" wrap="square" lIns="34275" tIns="34275" rIns="34275" bIns="34275" anchor="ctr" anchorCtr="0">
            <a:normAutofit/>
          </a:bodyPr>
          <a:lstStyle>
            <a:lvl1pPr lvl="0" algn="l">
              <a:lnSpc>
                <a:spcPct val="90000"/>
              </a:lnSpc>
              <a:spcBef>
                <a:spcPts val="0"/>
              </a:spcBef>
              <a:spcAft>
                <a:spcPts val="0"/>
              </a:spcAft>
              <a:buClr>
                <a:srgbClr val="000000"/>
              </a:buClr>
              <a:buSzPts val="1400"/>
              <a:buNone/>
              <a:defRPr/>
            </a:lvl1pPr>
            <a:lvl2pPr lvl="1" algn="l">
              <a:lnSpc>
                <a:spcPct val="90000"/>
              </a:lnSpc>
              <a:spcBef>
                <a:spcPts val="0"/>
              </a:spcBef>
              <a:spcAft>
                <a:spcPts val="0"/>
              </a:spcAft>
              <a:buClr>
                <a:srgbClr val="000000"/>
              </a:buClr>
              <a:buSzPts val="1400"/>
              <a:buNone/>
              <a:defRPr/>
            </a:lvl2pPr>
            <a:lvl3pPr lvl="2" algn="l">
              <a:lnSpc>
                <a:spcPct val="90000"/>
              </a:lnSpc>
              <a:spcBef>
                <a:spcPts val="0"/>
              </a:spcBef>
              <a:spcAft>
                <a:spcPts val="0"/>
              </a:spcAft>
              <a:buClr>
                <a:srgbClr val="000000"/>
              </a:buClr>
              <a:buSzPts val="1400"/>
              <a:buNone/>
              <a:defRPr/>
            </a:lvl3pPr>
            <a:lvl4pPr lvl="3" algn="l">
              <a:lnSpc>
                <a:spcPct val="90000"/>
              </a:lnSpc>
              <a:spcBef>
                <a:spcPts val="0"/>
              </a:spcBef>
              <a:spcAft>
                <a:spcPts val="0"/>
              </a:spcAft>
              <a:buClr>
                <a:srgbClr val="000000"/>
              </a:buClr>
              <a:buSzPts val="1400"/>
              <a:buNone/>
              <a:defRPr/>
            </a:lvl4pPr>
            <a:lvl5pPr lvl="4" algn="l">
              <a:lnSpc>
                <a:spcPct val="90000"/>
              </a:lnSpc>
              <a:spcBef>
                <a:spcPts val="0"/>
              </a:spcBef>
              <a:spcAft>
                <a:spcPts val="0"/>
              </a:spcAft>
              <a:buClr>
                <a:srgbClr val="000000"/>
              </a:buClr>
              <a:buSzPts val="1400"/>
              <a:buNone/>
              <a:defRPr/>
            </a:lvl5pPr>
            <a:lvl6pPr lvl="5" algn="l">
              <a:lnSpc>
                <a:spcPct val="90000"/>
              </a:lnSpc>
              <a:spcBef>
                <a:spcPts val="0"/>
              </a:spcBef>
              <a:spcAft>
                <a:spcPts val="0"/>
              </a:spcAft>
              <a:buClr>
                <a:srgbClr val="000000"/>
              </a:buClr>
              <a:buSzPts val="1400"/>
              <a:buNone/>
              <a:defRPr/>
            </a:lvl6pPr>
            <a:lvl7pPr lvl="6" algn="l">
              <a:lnSpc>
                <a:spcPct val="90000"/>
              </a:lnSpc>
              <a:spcBef>
                <a:spcPts val="0"/>
              </a:spcBef>
              <a:spcAft>
                <a:spcPts val="0"/>
              </a:spcAft>
              <a:buClr>
                <a:srgbClr val="000000"/>
              </a:buClr>
              <a:buSzPts val="1400"/>
              <a:buNone/>
              <a:defRPr/>
            </a:lvl7pPr>
            <a:lvl8pPr lvl="7" algn="l">
              <a:lnSpc>
                <a:spcPct val="90000"/>
              </a:lnSpc>
              <a:spcBef>
                <a:spcPts val="0"/>
              </a:spcBef>
              <a:spcAft>
                <a:spcPts val="0"/>
              </a:spcAft>
              <a:buClr>
                <a:srgbClr val="000000"/>
              </a:buClr>
              <a:buSzPts val="1400"/>
              <a:buNone/>
              <a:defRPr/>
            </a:lvl8pPr>
            <a:lvl9pPr lvl="8" algn="l">
              <a:lnSpc>
                <a:spcPct val="90000"/>
              </a:lnSpc>
              <a:spcBef>
                <a:spcPts val="0"/>
              </a:spcBef>
              <a:spcAft>
                <a:spcPts val="0"/>
              </a:spcAft>
              <a:buClr>
                <a:srgbClr val="000000"/>
              </a:buClr>
              <a:buSzPts val="1400"/>
              <a:buNone/>
              <a:defRPr/>
            </a:lvl9pPr>
          </a:lstStyle>
          <a:p>
            <a:endParaRPr/>
          </a:p>
        </p:txBody>
      </p:sp>
      <p:sp>
        <p:nvSpPr>
          <p:cNvPr id="36" name="Google Shape;36;p43"/>
          <p:cNvSpPr txBox="1">
            <a:spLocks noGrp="1"/>
          </p:cNvSpPr>
          <p:nvPr>
            <p:ph type="sldNum" idx="12"/>
          </p:nvPr>
        </p:nvSpPr>
        <p:spPr>
          <a:xfrm>
            <a:off x="11133797" y="6447564"/>
            <a:ext cx="220000" cy="212785"/>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98989"/>
              </a:buClr>
              <a:buSzPts val="700"/>
              <a:buFont typeface="Calibri"/>
              <a:buNone/>
              <a:defRPr sz="933"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700"/>
              <a:buFont typeface="Calibri"/>
              <a:buNone/>
              <a:defRPr sz="933"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700"/>
              <a:buFont typeface="Calibri"/>
              <a:buNone/>
              <a:defRPr sz="933"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700"/>
              <a:buFont typeface="Calibri"/>
              <a:buNone/>
              <a:defRPr sz="933"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700"/>
              <a:buFont typeface="Calibri"/>
              <a:buNone/>
              <a:defRPr sz="933"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700"/>
              <a:buFont typeface="Calibri"/>
              <a:buNone/>
              <a:defRPr sz="933"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700"/>
              <a:buFont typeface="Calibri"/>
              <a:buNone/>
              <a:defRPr sz="933"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700"/>
              <a:buFont typeface="Calibri"/>
              <a:buNone/>
              <a:defRPr sz="933"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700"/>
              <a:buFont typeface="Calibri"/>
              <a:buNone/>
              <a:defRPr sz="933" b="0" i="0" u="none" strike="noStrike" cap="none">
                <a:solidFill>
                  <a:srgbClr val="898989"/>
                </a:solidFill>
                <a:latin typeface="Calibri"/>
                <a:ea typeface="Calibri"/>
                <a:cs typeface="Calibri"/>
                <a:sym typeface="Calibri"/>
              </a:defRPr>
            </a:lvl9pPr>
          </a:lstStyle>
          <a:p>
            <a:fld id="{00000000-1234-1234-1234-123412341234}" type="slidenum">
              <a:rPr lang="en-GB" smtClean="0"/>
              <a:pPr/>
              <a:t>‹#›</a:t>
            </a:fld>
            <a:endParaRPr lang="en-GB" sz="2400">
              <a:solidFill>
                <a:srgbClr val="888888"/>
              </a:solidFill>
            </a:endParaRPr>
          </a:p>
        </p:txBody>
      </p:sp>
    </p:spTree>
    <p:extLst>
      <p:ext uri="{BB962C8B-B14F-4D97-AF65-F5344CB8AC3E}">
        <p14:creationId xmlns:p14="http://schemas.microsoft.com/office/powerpoint/2010/main" val="13823634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37"/>
        <p:cNvGrpSpPr/>
        <p:nvPr/>
      </p:nvGrpSpPr>
      <p:grpSpPr>
        <a:xfrm>
          <a:off x="0" y="0"/>
          <a:ext cx="0" cy="0"/>
          <a:chOff x="0" y="0"/>
          <a:chExt cx="0" cy="0"/>
        </a:xfrm>
      </p:grpSpPr>
      <p:sp>
        <p:nvSpPr>
          <p:cNvPr id="38" name="Google Shape;38;p44"/>
          <p:cNvSpPr txBox="1">
            <a:spLocks noGrp="1"/>
          </p:cNvSpPr>
          <p:nvPr>
            <p:ph type="title"/>
          </p:nvPr>
        </p:nvSpPr>
        <p:spPr>
          <a:xfrm>
            <a:off x="838200" y="812800"/>
            <a:ext cx="10515600" cy="878000"/>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39" name="Google Shape;39;p44"/>
          <p:cNvSpPr txBox="1">
            <a:spLocks noGrp="1"/>
          </p:cNvSpPr>
          <p:nvPr>
            <p:ph type="body" idx="1"/>
          </p:nvPr>
        </p:nvSpPr>
        <p:spPr>
          <a:xfrm>
            <a:off x="838200" y="1825625"/>
            <a:ext cx="10515600" cy="4351200"/>
          </a:xfrm>
          <a:prstGeom prst="rect">
            <a:avLst/>
          </a:prstGeom>
          <a:noFill/>
          <a:ln>
            <a:noFill/>
          </a:ln>
        </p:spPr>
        <p:txBody>
          <a:bodyPr spcFirstLastPara="1" wrap="square" lIns="45700" tIns="45700" rIns="45700" bIns="45700" anchor="t" anchorCtr="0">
            <a:normAutofit/>
          </a:bodyPr>
          <a:lstStyle>
            <a:lvl1pPr marL="609585" lvl="0" indent="-304792" algn="l">
              <a:lnSpc>
                <a:spcPct val="90000"/>
              </a:lnSpc>
              <a:spcBef>
                <a:spcPts val="933"/>
              </a:spcBef>
              <a:spcAft>
                <a:spcPts val="0"/>
              </a:spcAft>
              <a:buClr>
                <a:srgbClr val="000000"/>
              </a:buClr>
              <a:buSzPts val="1800"/>
              <a:buNone/>
              <a:defRPr/>
            </a:lvl1pPr>
            <a:lvl2pPr marL="1219170" lvl="1" indent="-304792" algn="l">
              <a:lnSpc>
                <a:spcPct val="90000"/>
              </a:lnSpc>
              <a:spcBef>
                <a:spcPts val="933"/>
              </a:spcBef>
              <a:spcAft>
                <a:spcPts val="0"/>
              </a:spcAft>
              <a:buClr>
                <a:srgbClr val="000000"/>
              </a:buClr>
              <a:buSzPts val="1800"/>
              <a:buNone/>
              <a:defRPr/>
            </a:lvl2pPr>
            <a:lvl3pPr marL="1828754" lvl="2" indent="-304792" algn="l">
              <a:lnSpc>
                <a:spcPct val="90000"/>
              </a:lnSpc>
              <a:spcBef>
                <a:spcPts val="933"/>
              </a:spcBef>
              <a:spcAft>
                <a:spcPts val="0"/>
              </a:spcAft>
              <a:buClr>
                <a:srgbClr val="000000"/>
              </a:buClr>
              <a:buSzPts val="1800"/>
              <a:buNone/>
              <a:defRPr/>
            </a:lvl3pPr>
            <a:lvl4pPr marL="2438339" lvl="3" indent="-304792" algn="l">
              <a:lnSpc>
                <a:spcPct val="90000"/>
              </a:lnSpc>
              <a:spcBef>
                <a:spcPts val="933"/>
              </a:spcBef>
              <a:spcAft>
                <a:spcPts val="0"/>
              </a:spcAft>
              <a:buClr>
                <a:srgbClr val="000000"/>
              </a:buClr>
              <a:buSzPts val="1800"/>
              <a:buNone/>
              <a:defRPr/>
            </a:lvl4pPr>
            <a:lvl5pPr marL="3047924" lvl="4" indent="-304792" algn="l">
              <a:lnSpc>
                <a:spcPct val="90000"/>
              </a:lnSpc>
              <a:spcBef>
                <a:spcPts val="933"/>
              </a:spcBef>
              <a:spcAft>
                <a:spcPts val="0"/>
              </a:spcAft>
              <a:buClr>
                <a:srgbClr val="000000"/>
              </a:buClr>
              <a:buSzPts val="1800"/>
              <a:buNone/>
              <a:defRPr/>
            </a:lvl5pPr>
            <a:lvl6pPr marL="3657509" lvl="5" indent="-304792" algn="l">
              <a:lnSpc>
                <a:spcPct val="90000"/>
              </a:lnSpc>
              <a:spcBef>
                <a:spcPts val="933"/>
              </a:spcBef>
              <a:spcAft>
                <a:spcPts val="0"/>
              </a:spcAft>
              <a:buClr>
                <a:srgbClr val="000000"/>
              </a:buClr>
              <a:buSzPts val="1800"/>
              <a:buNone/>
              <a:defRPr/>
            </a:lvl6pPr>
            <a:lvl7pPr marL="4267093" lvl="6" indent="-304792" algn="l">
              <a:lnSpc>
                <a:spcPct val="90000"/>
              </a:lnSpc>
              <a:spcBef>
                <a:spcPts val="933"/>
              </a:spcBef>
              <a:spcAft>
                <a:spcPts val="0"/>
              </a:spcAft>
              <a:buClr>
                <a:srgbClr val="000000"/>
              </a:buClr>
              <a:buSzPts val="1800"/>
              <a:buNone/>
              <a:defRPr/>
            </a:lvl7pPr>
            <a:lvl8pPr marL="4876678" lvl="7" indent="-304792" algn="l">
              <a:lnSpc>
                <a:spcPct val="90000"/>
              </a:lnSpc>
              <a:spcBef>
                <a:spcPts val="933"/>
              </a:spcBef>
              <a:spcAft>
                <a:spcPts val="0"/>
              </a:spcAft>
              <a:buClr>
                <a:srgbClr val="000000"/>
              </a:buClr>
              <a:buSzPts val="1800"/>
              <a:buNone/>
              <a:defRPr/>
            </a:lvl8pPr>
            <a:lvl9pPr marL="5486263" lvl="8" indent="-304792" algn="l">
              <a:lnSpc>
                <a:spcPct val="90000"/>
              </a:lnSpc>
              <a:spcBef>
                <a:spcPts val="933"/>
              </a:spcBef>
              <a:spcAft>
                <a:spcPts val="0"/>
              </a:spcAft>
              <a:buClr>
                <a:srgbClr val="000000"/>
              </a:buClr>
              <a:buSzPts val="1800"/>
              <a:buNone/>
              <a:defRPr/>
            </a:lvl9pPr>
          </a:lstStyle>
          <a:p>
            <a:endParaRPr/>
          </a:p>
        </p:txBody>
      </p:sp>
      <p:sp>
        <p:nvSpPr>
          <p:cNvPr id="40" name="Google Shape;40;p44"/>
          <p:cNvSpPr txBox="1">
            <a:spLocks noGrp="1"/>
          </p:cNvSpPr>
          <p:nvPr>
            <p:ph type="sldNum" idx="12"/>
          </p:nvPr>
        </p:nvSpPr>
        <p:spPr>
          <a:xfrm>
            <a:off x="11133797" y="6358943"/>
            <a:ext cx="220000" cy="461624"/>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98989"/>
              </a:buClr>
              <a:buSzPts val="9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9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9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9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9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9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9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9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900"/>
              <a:buFont typeface="Calibri"/>
              <a:buNone/>
              <a:defRPr sz="1200" b="0" i="0" u="none" strike="noStrike" cap="none">
                <a:solidFill>
                  <a:srgbClr val="898989"/>
                </a:solidFill>
                <a:latin typeface="Calibri"/>
                <a:ea typeface="Calibri"/>
                <a:cs typeface="Calibri"/>
                <a:sym typeface="Calibri"/>
              </a:defRPr>
            </a:lvl9pPr>
          </a:lstStyle>
          <a:p>
            <a:fld id="{00000000-1234-1234-1234-123412341234}" type="slidenum">
              <a:rPr lang="en-GB" smtClean="0"/>
              <a:pPr/>
              <a:t>‹#›</a:t>
            </a:fld>
            <a:endParaRPr lang="en-GB" sz="2400">
              <a:solidFill>
                <a:srgbClr val="888888"/>
              </a:solidFill>
            </a:endParaRPr>
          </a:p>
        </p:txBody>
      </p:sp>
    </p:spTree>
    <p:extLst>
      <p:ext uri="{BB962C8B-B14F-4D97-AF65-F5344CB8AC3E}">
        <p14:creationId xmlns:p14="http://schemas.microsoft.com/office/powerpoint/2010/main" val="31691209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41"/>
        <p:cNvGrpSpPr/>
        <p:nvPr/>
      </p:nvGrpSpPr>
      <p:grpSpPr>
        <a:xfrm>
          <a:off x="0" y="0"/>
          <a:ext cx="0" cy="0"/>
          <a:chOff x="0" y="0"/>
          <a:chExt cx="0" cy="0"/>
        </a:xfrm>
      </p:grpSpPr>
      <p:sp>
        <p:nvSpPr>
          <p:cNvPr id="42" name="Google Shape;42;p45"/>
          <p:cNvSpPr txBox="1">
            <a:spLocks noGrp="1"/>
          </p:cNvSpPr>
          <p:nvPr>
            <p:ph type="ctrTitle"/>
          </p:nvPr>
        </p:nvSpPr>
        <p:spPr>
          <a:xfrm>
            <a:off x="985248" y="2156281"/>
            <a:ext cx="10221600" cy="492443"/>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b="0" i="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45"/>
          <p:cNvSpPr txBox="1">
            <a:spLocks noGrp="1"/>
          </p:cNvSpPr>
          <p:nvPr>
            <p:ph type="subTitle" idx="1"/>
          </p:nvPr>
        </p:nvSpPr>
        <p:spPr>
          <a:xfrm>
            <a:off x="1828800" y="3840480"/>
            <a:ext cx="8534400" cy="276999"/>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45"/>
          <p:cNvSpPr txBox="1">
            <a:spLocks noGrp="1"/>
          </p:cNvSpPr>
          <p:nvPr>
            <p:ph type="ftr" idx="11"/>
          </p:nvPr>
        </p:nvSpPr>
        <p:spPr>
          <a:xfrm>
            <a:off x="4145280" y="6377940"/>
            <a:ext cx="3901600" cy="369332"/>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45"/>
          <p:cNvSpPr txBox="1">
            <a:spLocks noGrp="1"/>
          </p:cNvSpPr>
          <p:nvPr>
            <p:ph type="dt" idx="10"/>
          </p:nvPr>
        </p:nvSpPr>
        <p:spPr>
          <a:xfrm>
            <a:off x="609600" y="6377940"/>
            <a:ext cx="2804000" cy="369332"/>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45"/>
          <p:cNvSpPr txBox="1">
            <a:spLocks noGrp="1"/>
          </p:cNvSpPr>
          <p:nvPr>
            <p:ph type="sldNum" idx="12"/>
          </p:nvPr>
        </p:nvSpPr>
        <p:spPr>
          <a:xfrm>
            <a:off x="8778240" y="6377940"/>
            <a:ext cx="2804000" cy="369332"/>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6149789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47"/>
        <p:cNvGrpSpPr/>
        <p:nvPr/>
      </p:nvGrpSpPr>
      <p:grpSpPr>
        <a:xfrm>
          <a:off x="0" y="0"/>
          <a:ext cx="0" cy="0"/>
          <a:chOff x="0" y="0"/>
          <a:chExt cx="0" cy="0"/>
        </a:xfrm>
      </p:grpSpPr>
      <p:sp>
        <p:nvSpPr>
          <p:cNvPr id="48" name="Google Shape;48;p46"/>
          <p:cNvSpPr txBox="1">
            <a:spLocks noGrp="1"/>
          </p:cNvSpPr>
          <p:nvPr>
            <p:ph type="title"/>
          </p:nvPr>
        </p:nvSpPr>
        <p:spPr>
          <a:xfrm>
            <a:off x="3451520" y="921765"/>
            <a:ext cx="5288800" cy="65665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267" b="0" i="0">
                <a:solidFill>
                  <a:srgbClr val="FF0000"/>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46"/>
          <p:cNvSpPr txBox="1">
            <a:spLocks noGrp="1"/>
          </p:cNvSpPr>
          <p:nvPr>
            <p:ph type="body" idx="1"/>
          </p:nvPr>
        </p:nvSpPr>
        <p:spPr>
          <a:xfrm>
            <a:off x="609600" y="1577340"/>
            <a:ext cx="5303600" cy="276999"/>
          </a:xfrm>
          <a:prstGeom prst="rect">
            <a:avLst/>
          </a:prstGeom>
          <a:noFill/>
          <a:ln>
            <a:noFill/>
          </a:ln>
        </p:spPr>
        <p:txBody>
          <a:bodyPr spcFirstLastPara="1" wrap="square" lIns="0" tIns="0" rIns="0" bIns="0" anchor="t" anchorCtr="0">
            <a:spAutoFit/>
          </a:bodyPr>
          <a:lstStyle>
            <a:lvl1pPr marL="609585" lvl="0" indent="-304792" algn="l">
              <a:lnSpc>
                <a:spcPct val="100000"/>
              </a:lnSpc>
              <a:spcBef>
                <a:spcPts val="0"/>
              </a:spcBef>
              <a:spcAft>
                <a:spcPts val="0"/>
              </a:spcAft>
              <a:buSzPts val="1400"/>
              <a:buNone/>
              <a:defRPr/>
            </a:lvl1pPr>
            <a:lvl2pPr marL="1219170" lvl="1" indent="-304792" algn="l">
              <a:lnSpc>
                <a:spcPct val="100000"/>
              </a:lnSpc>
              <a:spcBef>
                <a:spcPts val="0"/>
              </a:spcBef>
              <a:spcAft>
                <a:spcPts val="0"/>
              </a:spcAft>
              <a:buSzPts val="1400"/>
              <a:buNone/>
              <a:defRPr/>
            </a:lvl2pPr>
            <a:lvl3pPr marL="1828754" lvl="2" indent="-304792" algn="l">
              <a:lnSpc>
                <a:spcPct val="100000"/>
              </a:lnSpc>
              <a:spcBef>
                <a:spcPts val="0"/>
              </a:spcBef>
              <a:spcAft>
                <a:spcPts val="0"/>
              </a:spcAft>
              <a:buSzPts val="1400"/>
              <a:buNone/>
              <a:defRPr/>
            </a:lvl3pPr>
            <a:lvl4pPr marL="2438339" lvl="3" indent="-304792" algn="l">
              <a:lnSpc>
                <a:spcPct val="100000"/>
              </a:lnSpc>
              <a:spcBef>
                <a:spcPts val="0"/>
              </a:spcBef>
              <a:spcAft>
                <a:spcPts val="0"/>
              </a:spcAft>
              <a:buSzPts val="1400"/>
              <a:buNone/>
              <a:defRPr/>
            </a:lvl4pPr>
            <a:lvl5pPr marL="3047924" lvl="4" indent="-304792" algn="l">
              <a:lnSpc>
                <a:spcPct val="100000"/>
              </a:lnSpc>
              <a:spcBef>
                <a:spcPts val="0"/>
              </a:spcBef>
              <a:spcAft>
                <a:spcPts val="0"/>
              </a:spcAft>
              <a:buSzPts val="1400"/>
              <a:buNone/>
              <a:defRPr/>
            </a:lvl5pPr>
            <a:lvl6pPr marL="3657509" lvl="5" indent="-304792" algn="l">
              <a:lnSpc>
                <a:spcPct val="100000"/>
              </a:lnSpc>
              <a:spcBef>
                <a:spcPts val="0"/>
              </a:spcBef>
              <a:spcAft>
                <a:spcPts val="0"/>
              </a:spcAft>
              <a:buSzPts val="1400"/>
              <a:buNone/>
              <a:defRPr/>
            </a:lvl6pPr>
            <a:lvl7pPr marL="4267093" lvl="6" indent="-304792" algn="l">
              <a:lnSpc>
                <a:spcPct val="100000"/>
              </a:lnSpc>
              <a:spcBef>
                <a:spcPts val="0"/>
              </a:spcBef>
              <a:spcAft>
                <a:spcPts val="0"/>
              </a:spcAft>
              <a:buSzPts val="1400"/>
              <a:buNone/>
              <a:defRPr/>
            </a:lvl7pPr>
            <a:lvl8pPr marL="4876678" lvl="7" indent="-304792" algn="l">
              <a:lnSpc>
                <a:spcPct val="100000"/>
              </a:lnSpc>
              <a:spcBef>
                <a:spcPts val="0"/>
              </a:spcBef>
              <a:spcAft>
                <a:spcPts val="0"/>
              </a:spcAft>
              <a:buSzPts val="1400"/>
              <a:buNone/>
              <a:defRPr/>
            </a:lvl8pPr>
            <a:lvl9pPr marL="5486263" lvl="8" indent="-304792" algn="l">
              <a:lnSpc>
                <a:spcPct val="100000"/>
              </a:lnSpc>
              <a:spcBef>
                <a:spcPts val="0"/>
              </a:spcBef>
              <a:spcAft>
                <a:spcPts val="0"/>
              </a:spcAft>
              <a:buSzPts val="1400"/>
              <a:buNone/>
              <a:defRPr/>
            </a:lvl9pPr>
          </a:lstStyle>
          <a:p>
            <a:endParaRPr/>
          </a:p>
        </p:txBody>
      </p:sp>
      <p:sp>
        <p:nvSpPr>
          <p:cNvPr id="50" name="Google Shape;50;p46"/>
          <p:cNvSpPr txBox="1">
            <a:spLocks noGrp="1"/>
          </p:cNvSpPr>
          <p:nvPr>
            <p:ph type="body" idx="2"/>
          </p:nvPr>
        </p:nvSpPr>
        <p:spPr>
          <a:xfrm>
            <a:off x="6278880" y="1577340"/>
            <a:ext cx="5303600" cy="276999"/>
          </a:xfrm>
          <a:prstGeom prst="rect">
            <a:avLst/>
          </a:prstGeom>
          <a:noFill/>
          <a:ln>
            <a:noFill/>
          </a:ln>
        </p:spPr>
        <p:txBody>
          <a:bodyPr spcFirstLastPara="1" wrap="square" lIns="0" tIns="0" rIns="0" bIns="0" anchor="t" anchorCtr="0">
            <a:spAutoFit/>
          </a:bodyPr>
          <a:lstStyle>
            <a:lvl1pPr marL="609585" lvl="0" indent="-304792" algn="l">
              <a:lnSpc>
                <a:spcPct val="100000"/>
              </a:lnSpc>
              <a:spcBef>
                <a:spcPts val="0"/>
              </a:spcBef>
              <a:spcAft>
                <a:spcPts val="0"/>
              </a:spcAft>
              <a:buSzPts val="1400"/>
              <a:buNone/>
              <a:defRPr/>
            </a:lvl1pPr>
            <a:lvl2pPr marL="1219170" lvl="1" indent="-304792" algn="l">
              <a:lnSpc>
                <a:spcPct val="100000"/>
              </a:lnSpc>
              <a:spcBef>
                <a:spcPts val="0"/>
              </a:spcBef>
              <a:spcAft>
                <a:spcPts val="0"/>
              </a:spcAft>
              <a:buSzPts val="1400"/>
              <a:buNone/>
              <a:defRPr/>
            </a:lvl2pPr>
            <a:lvl3pPr marL="1828754" lvl="2" indent="-304792" algn="l">
              <a:lnSpc>
                <a:spcPct val="100000"/>
              </a:lnSpc>
              <a:spcBef>
                <a:spcPts val="0"/>
              </a:spcBef>
              <a:spcAft>
                <a:spcPts val="0"/>
              </a:spcAft>
              <a:buSzPts val="1400"/>
              <a:buNone/>
              <a:defRPr/>
            </a:lvl3pPr>
            <a:lvl4pPr marL="2438339" lvl="3" indent="-304792" algn="l">
              <a:lnSpc>
                <a:spcPct val="100000"/>
              </a:lnSpc>
              <a:spcBef>
                <a:spcPts val="0"/>
              </a:spcBef>
              <a:spcAft>
                <a:spcPts val="0"/>
              </a:spcAft>
              <a:buSzPts val="1400"/>
              <a:buNone/>
              <a:defRPr/>
            </a:lvl4pPr>
            <a:lvl5pPr marL="3047924" lvl="4" indent="-304792" algn="l">
              <a:lnSpc>
                <a:spcPct val="100000"/>
              </a:lnSpc>
              <a:spcBef>
                <a:spcPts val="0"/>
              </a:spcBef>
              <a:spcAft>
                <a:spcPts val="0"/>
              </a:spcAft>
              <a:buSzPts val="1400"/>
              <a:buNone/>
              <a:defRPr/>
            </a:lvl5pPr>
            <a:lvl6pPr marL="3657509" lvl="5" indent="-304792" algn="l">
              <a:lnSpc>
                <a:spcPct val="100000"/>
              </a:lnSpc>
              <a:spcBef>
                <a:spcPts val="0"/>
              </a:spcBef>
              <a:spcAft>
                <a:spcPts val="0"/>
              </a:spcAft>
              <a:buSzPts val="1400"/>
              <a:buNone/>
              <a:defRPr/>
            </a:lvl6pPr>
            <a:lvl7pPr marL="4267093" lvl="6" indent="-304792" algn="l">
              <a:lnSpc>
                <a:spcPct val="100000"/>
              </a:lnSpc>
              <a:spcBef>
                <a:spcPts val="0"/>
              </a:spcBef>
              <a:spcAft>
                <a:spcPts val="0"/>
              </a:spcAft>
              <a:buSzPts val="1400"/>
              <a:buNone/>
              <a:defRPr/>
            </a:lvl7pPr>
            <a:lvl8pPr marL="4876678" lvl="7" indent="-304792" algn="l">
              <a:lnSpc>
                <a:spcPct val="100000"/>
              </a:lnSpc>
              <a:spcBef>
                <a:spcPts val="0"/>
              </a:spcBef>
              <a:spcAft>
                <a:spcPts val="0"/>
              </a:spcAft>
              <a:buSzPts val="1400"/>
              <a:buNone/>
              <a:defRPr/>
            </a:lvl8pPr>
            <a:lvl9pPr marL="5486263" lvl="8" indent="-304792" algn="l">
              <a:lnSpc>
                <a:spcPct val="100000"/>
              </a:lnSpc>
              <a:spcBef>
                <a:spcPts val="0"/>
              </a:spcBef>
              <a:spcAft>
                <a:spcPts val="0"/>
              </a:spcAft>
              <a:buSzPts val="1400"/>
              <a:buNone/>
              <a:defRPr/>
            </a:lvl9pPr>
          </a:lstStyle>
          <a:p>
            <a:endParaRPr/>
          </a:p>
        </p:txBody>
      </p:sp>
      <p:sp>
        <p:nvSpPr>
          <p:cNvPr id="51" name="Google Shape;51;p46"/>
          <p:cNvSpPr txBox="1">
            <a:spLocks noGrp="1"/>
          </p:cNvSpPr>
          <p:nvPr>
            <p:ph type="ftr" idx="11"/>
          </p:nvPr>
        </p:nvSpPr>
        <p:spPr>
          <a:xfrm>
            <a:off x="4145280" y="6377940"/>
            <a:ext cx="3901600" cy="369332"/>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46"/>
          <p:cNvSpPr txBox="1">
            <a:spLocks noGrp="1"/>
          </p:cNvSpPr>
          <p:nvPr>
            <p:ph type="dt" idx="10"/>
          </p:nvPr>
        </p:nvSpPr>
        <p:spPr>
          <a:xfrm>
            <a:off x="609600" y="6377940"/>
            <a:ext cx="2804000" cy="369332"/>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46"/>
          <p:cNvSpPr txBox="1">
            <a:spLocks noGrp="1"/>
          </p:cNvSpPr>
          <p:nvPr>
            <p:ph type="sldNum" idx="12"/>
          </p:nvPr>
        </p:nvSpPr>
        <p:spPr>
          <a:xfrm>
            <a:off x="8778240" y="6377940"/>
            <a:ext cx="2804000" cy="369332"/>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2878525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54"/>
        <p:cNvGrpSpPr/>
        <p:nvPr/>
      </p:nvGrpSpPr>
      <p:grpSpPr>
        <a:xfrm>
          <a:off x="0" y="0"/>
          <a:ext cx="0" cy="0"/>
          <a:chOff x="0" y="0"/>
          <a:chExt cx="0" cy="0"/>
        </a:xfrm>
      </p:grpSpPr>
      <p:sp>
        <p:nvSpPr>
          <p:cNvPr id="55" name="Google Shape;55;p47"/>
          <p:cNvSpPr txBox="1">
            <a:spLocks noGrp="1"/>
          </p:cNvSpPr>
          <p:nvPr>
            <p:ph type="ftr" idx="11"/>
          </p:nvPr>
        </p:nvSpPr>
        <p:spPr>
          <a:xfrm>
            <a:off x="4145280" y="6377940"/>
            <a:ext cx="3901600" cy="369332"/>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47"/>
          <p:cNvSpPr txBox="1">
            <a:spLocks noGrp="1"/>
          </p:cNvSpPr>
          <p:nvPr>
            <p:ph type="dt" idx="10"/>
          </p:nvPr>
        </p:nvSpPr>
        <p:spPr>
          <a:xfrm>
            <a:off x="609600" y="6377940"/>
            <a:ext cx="2804000" cy="369332"/>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47"/>
          <p:cNvSpPr txBox="1">
            <a:spLocks noGrp="1"/>
          </p:cNvSpPr>
          <p:nvPr>
            <p:ph type="sldNum" idx="12"/>
          </p:nvPr>
        </p:nvSpPr>
        <p:spPr>
          <a:xfrm>
            <a:off x="8778240" y="6377940"/>
            <a:ext cx="2804000" cy="369332"/>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1612420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58"/>
        <p:cNvGrpSpPr/>
        <p:nvPr/>
      </p:nvGrpSpPr>
      <p:grpSpPr>
        <a:xfrm>
          <a:off x="0" y="0"/>
          <a:ext cx="0" cy="0"/>
          <a:chOff x="0" y="0"/>
          <a:chExt cx="0" cy="0"/>
        </a:xfrm>
      </p:grpSpPr>
      <p:sp>
        <p:nvSpPr>
          <p:cNvPr id="59" name="Google Shape;59;p48"/>
          <p:cNvSpPr txBox="1">
            <a:spLocks noGrp="1"/>
          </p:cNvSpPr>
          <p:nvPr>
            <p:ph type="ctrTitle"/>
          </p:nvPr>
        </p:nvSpPr>
        <p:spPr>
          <a:xfrm>
            <a:off x="1524000" y="2309675"/>
            <a:ext cx="9144000" cy="1200288"/>
          </a:xfrm>
          <a:prstGeom prst="rect">
            <a:avLst/>
          </a:prstGeom>
          <a:noFill/>
          <a:ln>
            <a:noFill/>
          </a:ln>
        </p:spPr>
        <p:txBody>
          <a:bodyPr spcFirstLastPara="1" wrap="square" lIns="91425" tIns="45700" rIns="91425" bIns="45700" anchor="b" anchorCtr="0">
            <a:spAutoFit/>
          </a:bodyPr>
          <a:lstStyle>
            <a:lvl1pPr lvl="0" algn="ctr">
              <a:lnSpc>
                <a:spcPct val="90000"/>
              </a:lnSpc>
              <a:spcBef>
                <a:spcPts val="0"/>
              </a:spcBef>
              <a:spcAft>
                <a:spcPts val="0"/>
              </a:spcAft>
              <a:buSzPts val="1400"/>
              <a:buNone/>
              <a:defRPr sz="8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0" name="Google Shape;60;p48"/>
          <p:cNvSpPr txBox="1">
            <a:spLocks noGrp="1"/>
          </p:cNvSpPr>
          <p:nvPr>
            <p:ph type="subTitle" idx="1"/>
          </p:nvPr>
        </p:nvSpPr>
        <p:spPr>
          <a:xfrm>
            <a:off x="1524000" y="3602039"/>
            <a:ext cx="9144000" cy="702203"/>
          </a:xfrm>
          <a:prstGeom prst="rect">
            <a:avLst/>
          </a:prstGeom>
          <a:noFill/>
          <a:ln>
            <a:noFill/>
          </a:ln>
        </p:spPr>
        <p:txBody>
          <a:bodyPr spcFirstLastPara="1" wrap="square" lIns="91425" tIns="45700" rIns="91425" bIns="45700" anchor="t" anchorCtr="0">
            <a:spAutoFit/>
          </a:bodyPr>
          <a:lstStyle>
            <a:lvl1pPr lvl="0" algn="ctr">
              <a:lnSpc>
                <a:spcPct val="90000"/>
              </a:lnSpc>
              <a:spcBef>
                <a:spcPts val="1333"/>
              </a:spcBef>
              <a:spcAft>
                <a:spcPts val="0"/>
              </a:spcAft>
              <a:buClr>
                <a:schemeClr val="dk1"/>
              </a:buClr>
              <a:buSzPts val="2400"/>
              <a:buNone/>
              <a:defRPr sz="3200"/>
            </a:lvl1pPr>
            <a:lvl2pPr lvl="1" algn="ctr">
              <a:lnSpc>
                <a:spcPct val="90000"/>
              </a:lnSpc>
              <a:spcBef>
                <a:spcPts val="667"/>
              </a:spcBef>
              <a:spcAft>
                <a:spcPts val="0"/>
              </a:spcAft>
              <a:buClr>
                <a:schemeClr val="dk1"/>
              </a:buClr>
              <a:buSzPts val="2000"/>
              <a:buNone/>
              <a:defRPr sz="2667"/>
            </a:lvl2pPr>
            <a:lvl3pPr lvl="2" algn="ctr">
              <a:lnSpc>
                <a:spcPct val="90000"/>
              </a:lnSpc>
              <a:spcBef>
                <a:spcPts val="667"/>
              </a:spcBef>
              <a:spcAft>
                <a:spcPts val="0"/>
              </a:spcAft>
              <a:buClr>
                <a:schemeClr val="dk1"/>
              </a:buClr>
              <a:buSzPts val="1800"/>
              <a:buNone/>
              <a:defRPr sz="2400"/>
            </a:lvl3pPr>
            <a:lvl4pPr lvl="3" algn="ctr">
              <a:lnSpc>
                <a:spcPct val="90000"/>
              </a:lnSpc>
              <a:spcBef>
                <a:spcPts val="667"/>
              </a:spcBef>
              <a:spcAft>
                <a:spcPts val="0"/>
              </a:spcAft>
              <a:buClr>
                <a:schemeClr val="dk1"/>
              </a:buClr>
              <a:buSzPts val="1600"/>
              <a:buNone/>
              <a:defRPr sz="2133"/>
            </a:lvl4pPr>
            <a:lvl5pPr lvl="4" algn="ctr">
              <a:lnSpc>
                <a:spcPct val="90000"/>
              </a:lnSpc>
              <a:spcBef>
                <a:spcPts val="667"/>
              </a:spcBef>
              <a:spcAft>
                <a:spcPts val="0"/>
              </a:spcAft>
              <a:buClr>
                <a:schemeClr val="dk1"/>
              </a:buClr>
              <a:buSzPts val="1600"/>
              <a:buNone/>
              <a:defRPr sz="2133"/>
            </a:lvl5pPr>
            <a:lvl6pPr lvl="5" algn="ctr">
              <a:lnSpc>
                <a:spcPct val="90000"/>
              </a:lnSpc>
              <a:spcBef>
                <a:spcPts val="667"/>
              </a:spcBef>
              <a:spcAft>
                <a:spcPts val="0"/>
              </a:spcAft>
              <a:buClr>
                <a:schemeClr val="dk1"/>
              </a:buClr>
              <a:buSzPts val="1600"/>
              <a:buNone/>
              <a:defRPr sz="2133"/>
            </a:lvl6pPr>
            <a:lvl7pPr lvl="6" algn="ctr">
              <a:lnSpc>
                <a:spcPct val="90000"/>
              </a:lnSpc>
              <a:spcBef>
                <a:spcPts val="667"/>
              </a:spcBef>
              <a:spcAft>
                <a:spcPts val="0"/>
              </a:spcAft>
              <a:buClr>
                <a:schemeClr val="dk1"/>
              </a:buClr>
              <a:buSzPts val="1600"/>
              <a:buNone/>
              <a:defRPr sz="2133"/>
            </a:lvl7pPr>
            <a:lvl8pPr lvl="7" algn="ctr">
              <a:lnSpc>
                <a:spcPct val="90000"/>
              </a:lnSpc>
              <a:spcBef>
                <a:spcPts val="667"/>
              </a:spcBef>
              <a:spcAft>
                <a:spcPts val="0"/>
              </a:spcAft>
              <a:buClr>
                <a:schemeClr val="dk1"/>
              </a:buClr>
              <a:buSzPts val="1600"/>
              <a:buNone/>
              <a:defRPr sz="2133"/>
            </a:lvl8pPr>
            <a:lvl9pPr lvl="8" algn="ctr">
              <a:lnSpc>
                <a:spcPct val="90000"/>
              </a:lnSpc>
              <a:spcBef>
                <a:spcPts val="667"/>
              </a:spcBef>
              <a:spcAft>
                <a:spcPts val="0"/>
              </a:spcAft>
              <a:buClr>
                <a:schemeClr val="dk1"/>
              </a:buClr>
              <a:buSzPts val="1600"/>
              <a:buNone/>
              <a:defRPr sz="2133"/>
            </a:lvl9pPr>
          </a:lstStyle>
          <a:p>
            <a:endParaRPr/>
          </a:p>
        </p:txBody>
      </p:sp>
      <p:sp>
        <p:nvSpPr>
          <p:cNvPr id="61" name="Google Shape;61;p48"/>
          <p:cNvSpPr txBox="1">
            <a:spLocks noGrp="1"/>
          </p:cNvSpPr>
          <p:nvPr>
            <p:ph type="dt" idx="10"/>
          </p:nvPr>
        </p:nvSpPr>
        <p:spPr>
          <a:xfrm>
            <a:off x="838200" y="6308139"/>
            <a:ext cx="2743200" cy="461624"/>
          </a:xfrm>
          <a:prstGeom prst="rect">
            <a:avLst/>
          </a:prstGeom>
          <a:noFill/>
          <a:ln>
            <a:noFill/>
          </a:ln>
        </p:spPr>
        <p:txBody>
          <a:bodyPr spcFirstLastPara="1" wrap="square" lIns="91425" tIns="45700" rIns="91425" bIns="45700" anchor="ctr"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48"/>
          <p:cNvSpPr txBox="1">
            <a:spLocks noGrp="1"/>
          </p:cNvSpPr>
          <p:nvPr>
            <p:ph type="ftr" idx="11"/>
          </p:nvPr>
        </p:nvSpPr>
        <p:spPr>
          <a:xfrm>
            <a:off x="4038600" y="6308139"/>
            <a:ext cx="4114800" cy="461624"/>
          </a:xfrm>
          <a:prstGeom prst="rect">
            <a:avLst/>
          </a:prstGeom>
          <a:noFill/>
          <a:ln>
            <a:noFill/>
          </a:ln>
        </p:spPr>
        <p:txBody>
          <a:bodyPr spcFirstLastPara="1" wrap="square" lIns="91425" tIns="45700" rIns="91425" bIns="45700" anchor="ctr" anchorCtr="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48"/>
          <p:cNvSpPr txBox="1">
            <a:spLocks noGrp="1"/>
          </p:cNvSpPr>
          <p:nvPr>
            <p:ph type="sldNum" idx="12"/>
          </p:nvPr>
        </p:nvSpPr>
        <p:spPr>
          <a:xfrm>
            <a:off x="8610600" y="6371694"/>
            <a:ext cx="2743200" cy="338514"/>
          </a:xfrm>
          <a:prstGeom prst="rect">
            <a:avLst/>
          </a:prstGeom>
          <a:noFill/>
          <a:ln>
            <a:noFill/>
          </a:ln>
        </p:spPr>
        <p:txBody>
          <a:bodyPr spcFirstLastPara="1" wrap="square" lIns="91425" tIns="45700" rIns="91425" bIns="45700" anchor="ctr" anchorCtr="0">
            <a:spAutoFit/>
          </a:bodyPr>
          <a:lstStyle>
            <a:lvl1pPr marL="0" marR="0" lvl="0" indent="0" algn="r">
              <a:lnSpc>
                <a:spcPct val="100000"/>
              </a:lnSpc>
              <a:spcBef>
                <a:spcPts val="0"/>
              </a:spcBef>
              <a:spcAft>
                <a:spcPts val="0"/>
              </a:spcAft>
              <a:buClr>
                <a:srgbClr val="000000"/>
              </a:buClr>
              <a:buSzPts val="1200"/>
              <a:buFont typeface="Arial"/>
              <a:buNone/>
              <a:defRPr sz="1600" b="0" i="0" u="none" strike="noStrike" cap="none">
                <a:solidFill>
                  <a:srgbClr val="767676"/>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600" b="0" i="0" u="none" strike="noStrike" cap="none">
                <a:solidFill>
                  <a:srgbClr val="767676"/>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600" b="0" i="0" u="none" strike="noStrike" cap="none">
                <a:solidFill>
                  <a:srgbClr val="767676"/>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600" b="0" i="0" u="none" strike="noStrike" cap="none">
                <a:solidFill>
                  <a:srgbClr val="767676"/>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600" b="0" i="0" u="none" strike="noStrike" cap="none">
                <a:solidFill>
                  <a:srgbClr val="767676"/>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600" b="0" i="0" u="none" strike="noStrike" cap="none">
                <a:solidFill>
                  <a:srgbClr val="767676"/>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600" b="0" i="0" u="none" strike="noStrike" cap="none">
                <a:solidFill>
                  <a:srgbClr val="767676"/>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600" b="0" i="0" u="none" strike="noStrike" cap="none">
                <a:solidFill>
                  <a:srgbClr val="767676"/>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600" b="0" i="0" u="none" strike="noStrike" cap="none">
                <a:solidFill>
                  <a:srgbClr val="767676"/>
                </a:solidFill>
                <a:latin typeface="Arial"/>
                <a:ea typeface="Arial"/>
                <a:cs typeface="Arial"/>
                <a:sym typeface="Arial"/>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222198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1_Two Content">
  <p:cSld name="1_Two Content">
    <p:spTree>
      <p:nvGrpSpPr>
        <p:cNvPr id="1" name="Shape 64"/>
        <p:cNvGrpSpPr/>
        <p:nvPr/>
      </p:nvGrpSpPr>
      <p:grpSpPr>
        <a:xfrm>
          <a:off x="0" y="0"/>
          <a:ext cx="0" cy="0"/>
          <a:chOff x="0" y="0"/>
          <a:chExt cx="0" cy="0"/>
        </a:xfrm>
      </p:grpSpPr>
      <p:sp>
        <p:nvSpPr>
          <p:cNvPr id="65" name="Google Shape;65;p49"/>
          <p:cNvSpPr/>
          <p:nvPr/>
        </p:nvSpPr>
        <p:spPr>
          <a:xfrm>
            <a:off x="0" y="6778627"/>
            <a:ext cx="12192000" cy="79600"/>
          </a:xfrm>
          <a:prstGeom prst="rect">
            <a:avLst/>
          </a:prstGeom>
          <a:solidFill>
            <a:srgbClr val="ED771F"/>
          </a:solidFill>
          <a:ln>
            <a:noFill/>
          </a:ln>
        </p:spPr>
        <p:txBody>
          <a:bodyPr spcFirstLastPara="1" wrap="square" lIns="121900" tIns="60933" rIns="121900" bIns="60933"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800" b="0" i="0" u="none" strike="noStrike" cap="none">
              <a:solidFill>
                <a:srgbClr val="FFFFFF"/>
              </a:solidFill>
              <a:latin typeface="Calibri"/>
              <a:ea typeface="Calibri"/>
              <a:cs typeface="Calibri"/>
              <a:sym typeface="Calibri"/>
            </a:endParaRPr>
          </a:p>
        </p:txBody>
      </p:sp>
      <p:sp>
        <p:nvSpPr>
          <p:cNvPr id="66" name="Google Shape;66;p49"/>
          <p:cNvSpPr/>
          <p:nvPr/>
        </p:nvSpPr>
        <p:spPr>
          <a:xfrm>
            <a:off x="2078568" y="431800"/>
            <a:ext cx="8106800" cy="46000"/>
          </a:xfrm>
          <a:prstGeom prst="rect">
            <a:avLst/>
          </a:prstGeom>
          <a:solidFill>
            <a:srgbClr val="F47D35"/>
          </a:solidFill>
          <a:ln>
            <a:noFill/>
          </a:ln>
        </p:spPr>
        <p:txBody>
          <a:bodyPr spcFirstLastPara="1" wrap="square" lIns="121900" tIns="60933" rIns="121900" bIns="60933"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2400" b="0" i="0" u="none" strike="noStrike" cap="none">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27252614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2_Two Content">
  <p:cSld name="2_Two Content">
    <p:spTree>
      <p:nvGrpSpPr>
        <p:cNvPr id="1" name="Shape 69"/>
        <p:cNvGrpSpPr/>
        <p:nvPr/>
      </p:nvGrpSpPr>
      <p:grpSpPr>
        <a:xfrm>
          <a:off x="0" y="0"/>
          <a:ext cx="0" cy="0"/>
          <a:chOff x="0" y="0"/>
          <a:chExt cx="0" cy="0"/>
        </a:xfrm>
      </p:grpSpPr>
      <p:sp>
        <p:nvSpPr>
          <p:cNvPr id="72" name="Google Shape;72;p50"/>
          <p:cNvSpPr/>
          <p:nvPr/>
        </p:nvSpPr>
        <p:spPr>
          <a:xfrm>
            <a:off x="1" y="6778867"/>
            <a:ext cx="12192000" cy="79200"/>
          </a:xfrm>
          <a:prstGeom prst="rect">
            <a:avLst/>
          </a:prstGeom>
          <a:solidFill>
            <a:srgbClr val="ED771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867" b="0" i="0" u="none" strike="noStrike" cap="none">
              <a:solidFill>
                <a:srgbClr val="000000"/>
              </a:solidFill>
              <a:latin typeface="Times New Roman"/>
              <a:ea typeface="Times New Roman"/>
              <a:cs typeface="Times New Roman"/>
              <a:sym typeface="Times New Roman"/>
            </a:endParaRPr>
          </a:p>
        </p:txBody>
      </p:sp>
      <p:sp>
        <p:nvSpPr>
          <p:cNvPr id="73" name="Google Shape;73;p50"/>
          <p:cNvSpPr/>
          <p:nvPr/>
        </p:nvSpPr>
        <p:spPr>
          <a:xfrm>
            <a:off x="2078653" y="431019"/>
            <a:ext cx="8107200" cy="46400"/>
          </a:xfrm>
          <a:prstGeom prst="rect">
            <a:avLst/>
          </a:prstGeom>
          <a:solidFill>
            <a:srgbClr val="F47D3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400"/>
              <a:buFont typeface="Times New Roman"/>
              <a:buNone/>
            </a:pPr>
            <a:endParaRPr sz="1867" b="0" i="0" u="none" strike="noStrike" cap="none">
              <a:solidFill>
                <a:srgbClr val="000000"/>
              </a:solidFill>
              <a:latin typeface="Times New Roman"/>
              <a:ea typeface="Times New Roman"/>
              <a:cs typeface="Times New Roman"/>
              <a:sym typeface="Times New Roman"/>
            </a:endParaRPr>
          </a:p>
        </p:txBody>
      </p:sp>
      <p:sp>
        <p:nvSpPr>
          <p:cNvPr id="76" name="Google Shape;76;p50"/>
          <p:cNvSpPr txBox="1">
            <a:spLocks noGrp="1"/>
          </p:cNvSpPr>
          <p:nvPr>
            <p:ph type="sldNum" idx="12"/>
          </p:nvPr>
        </p:nvSpPr>
        <p:spPr>
          <a:xfrm>
            <a:off x="5892800" y="6183809"/>
            <a:ext cx="2844800" cy="212785"/>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98989"/>
              </a:buClr>
              <a:buSzPts val="700"/>
              <a:buFont typeface="Calibri"/>
              <a:buNone/>
              <a:defRPr sz="933"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700"/>
              <a:buFont typeface="Calibri"/>
              <a:buNone/>
              <a:defRPr sz="933"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700"/>
              <a:buFont typeface="Calibri"/>
              <a:buNone/>
              <a:defRPr sz="933"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700"/>
              <a:buFont typeface="Calibri"/>
              <a:buNone/>
              <a:defRPr sz="933"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700"/>
              <a:buFont typeface="Calibri"/>
              <a:buNone/>
              <a:defRPr sz="933"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700"/>
              <a:buFont typeface="Calibri"/>
              <a:buNone/>
              <a:defRPr sz="933"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700"/>
              <a:buFont typeface="Calibri"/>
              <a:buNone/>
              <a:defRPr sz="933"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700"/>
              <a:buFont typeface="Calibri"/>
              <a:buNone/>
              <a:defRPr sz="933"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700"/>
              <a:buFont typeface="Calibri"/>
              <a:buNone/>
              <a:defRPr sz="933" b="0" i="0" u="none" strike="noStrike" cap="none">
                <a:solidFill>
                  <a:srgbClr val="898989"/>
                </a:solidFill>
                <a:latin typeface="Calibri"/>
                <a:ea typeface="Calibri"/>
                <a:cs typeface="Calibri"/>
                <a:sym typeface="Calibri"/>
              </a:defRPr>
            </a:lvl9pPr>
          </a:lstStyle>
          <a:p>
            <a:fld id="{00000000-1234-1234-1234-123412341234}" type="slidenum">
              <a:rPr lang="en-GB" smtClean="0"/>
              <a:pPr/>
              <a:t>‹#›</a:t>
            </a:fld>
            <a:endParaRPr lang="en-GB" sz="2400">
              <a:solidFill>
                <a:srgbClr val="888888"/>
              </a:solidFill>
            </a:endParaRPr>
          </a:p>
        </p:txBody>
      </p:sp>
    </p:spTree>
    <p:extLst>
      <p:ext uri="{BB962C8B-B14F-4D97-AF65-F5344CB8AC3E}">
        <p14:creationId xmlns:p14="http://schemas.microsoft.com/office/powerpoint/2010/main" val="22468730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Content 1 1">
  <p:cSld name="Title and Content 1 1">
    <p:spTree>
      <p:nvGrpSpPr>
        <p:cNvPr id="1" name="Shape 77"/>
        <p:cNvGrpSpPr/>
        <p:nvPr/>
      </p:nvGrpSpPr>
      <p:grpSpPr>
        <a:xfrm>
          <a:off x="0" y="0"/>
          <a:ext cx="0" cy="0"/>
          <a:chOff x="0" y="0"/>
          <a:chExt cx="0" cy="0"/>
        </a:xfrm>
      </p:grpSpPr>
      <p:sp>
        <p:nvSpPr>
          <p:cNvPr id="78" name="Google Shape;78;g3f57c0a166a_0_156"/>
          <p:cNvSpPr txBox="1">
            <a:spLocks noGrp="1"/>
          </p:cNvSpPr>
          <p:nvPr>
            <p:ph type="title"/>
          </p:nvPr>
        </p:nvSpPr>
        <p:spPr>
          <a:xfrm>
            <a:off x="838200" y="812800"/>
            <a:ext cx="10515600" cy="878000"/>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79" name="Google Shape;79;g3f57c0a166a_0_156"/>
          <p:cNvSpPr txBox="1">
            <a:spLocks noGrp="1"/>
          </p:cNvSpPr>
          <p:nvPr>
            <p:ph type="body" idx="1"/>
          </p:nvPr>
        </p:nvSpPr>
        <p:spPr>
          <a:xfrm>
            <a:off x="838200" y="1825625"/>
            <a:ext cx="10515600" cy="4351200"/>
          </a:xfrm>
          <a:prstGeom prst="rect">
            <a:avLst/>
          </a:prstGeom>
          <a:noFill/>
          <a:ln>
            <a:noFill/>
          </a:ln>
        </p:spPr>
        <p:txBody>
          <a:bodyPr spcFirstLastPara="1" wrap="square" lIns="45700" tIns="45700" rIns="45700" bIns="45700" anchor="t" anchorCtr="0">
            <a:normAutofit/>
          </a:bodyPr>
          <a:lstStyle>
            <a:lvl1pPr marL="609585" lvl="0" indent="-304792" algn="l">
              <a:lnSpc>
                <a:spcPct val="90000"/>
              </a:lnSpc>
              <a:spcBef>
                <a:spcPts val="933"/>
              </a:spcBef>
              <a:spcAft>
                <a:spcPts val="0"/>
              </a:spcAft>
              <a:buClr>
                <a:srgbClr val="000000"/>
              </a:buClr>
              <a:buSzPts val="1800"/>
              <a:buNone/>
              <a:defRPr/>
            </a:lvl1pPr>
            <a:lvl2pPr marL="1219170" lvl="1" indent="-304792" algn="l">
              <a:lnSpc>
                <a:spcPct val="90000"/>
              </a:lnSpc>
              <a:spcBef>
                <a:spcPts val="933"/>
              </a:spcBef>
              <a:spcAft>
                <a:spcPts val="0"/>
              </a:spcAft>
              <a:buClr>
                <a:srgbClr val="000000"/>
              </a:buClr>
              <a:buSzPts val="1800"/>
              <a:buNone/>
              <a:defRPr/>
            </a:lvl2pPr>
            <a:lvl3pPr marL="1828754" lvl="2" indent="-304792" algn="l">
              <a:lnSpc>
                <a:spcPct val="90000"/>
              </a:lnSpc>
              <a:spcBef>
                <a:spcPts val="933"/>
              </a:spcBef>
              <a:spcAft>
                <a:spcPts val="0"/>
              </a:spcAft>
              <a:buClr>
                <a:srgbClr val="000000"/>
              </a:buClr>
              <a:buSzPts val="1800"/>
              <a:buNone/>
              <a:defRPr/>
            </a:lvl3pPr>
            <a:lvl4pPr marL="2438339" lvl="3" indent="-304792" algn="l">
              <a:lnSpc>
                <a:spcPct val="90000"/>
              </a:lnSpc>
              <a:spcBef>
                <a:spcPts val="933"/>
              </a:spcBef>
              <a:spcAft>
                <a:spcPts val="0"/>
              </a:spcAft>
              <a:buClr>
                <a:srgbClr val="000000"/>
              </a:buClr>
              <a:buSzPts val="1800"/>
              <a:buNone/>
              <a:defRPr/>
            </a:lvl4pPr>
            <a:lvl5pPr marL="3047924" lvl="4" indent="-304792" algn="l">
              <a:lnSpc>
                <a:spcPct val="90000"/>
              </a:lnSpc>
              <a:spcBef>
                <a:spcPts val="933"/>
              </a:spcBef>
              <a:spcAft>
                <a:spcPts val="0"/>
              </a:spcAft>
              <a:buClr>
                <a:srgbClr val="000000"/>
              </a:buClr>
              <a:buSzPts val="1800"/>
              <a:buNone/>
              <a:defRPr/>
            </a:lvl5pPr>
            <a:lvl6pPr marL="3657509" lvl="5" indent="-304792" algn="l">
              <a:lnSpc>
                <a:spcPct val="90000"/>
              </a:lnSpc>
              <a:spcBef>
                <a:spcPts val="933"/>
              </a:spcBef>
              <a:spcAft>
                <a:spcPts val="0"/>
              </a:spcAft>
              <a:buClr>
                <a:srgbClr val="000000"/>
              </a:buClr>
              <a:buSzPts val="1800"/>
              <a:buNone/>
              <a:defRPr/>
            </a:lvl6pPr>
            <a:lvl7pPr marL="4267093" lvl="6" indent="-304792" algn="l">
              <a:lnSpc>
                <a:spcPct val="90000"/>
              </a:lnSpc>
              <a:spcBef>
                <a:spcPts val="933"/>
              </a:spcBef>
              <a:spcAft>
                <a:spcPts val="0"/>
              </a:spcAft>
              <a:buClr>
                <a:srgbClr val="000000"/>
              </a:buClr>
              <a:buSzPts val="1800"/>
              <a:buNone/>
              <a:defRPr/>
            </a:lvl7pPr>
            <a:lvl8pPr marL="4876678" lvl="7" indent="-304792" algn="l">
              <a:lnSpc>
                <a:spcPct val="90000"/>
              </a:lnSpc>
              <a:spcBef>
                <a:spcPts val="933"/>
              </a:spcBef>
              <a:spcAft>
                <a:spcPts val="0"/>
              </a:spcAft>
              <a:buClr>
                <a:srgbClr val="000000"/>
              </a:buClr>
              <a:buSzPts val="1800"/>
              <a:buNone/>
              <a:defRPr/>
            </a:lvl8pPr>
            <a:lvl9pPr marL="5486263" lvl="8" indent="-304792" algn="l">
              <a:lnSpc>
                <a:spcPct val="90000"/>
              </a:lnSpc>
              <a:spcBef>
                <a:spcPts val="933"/>
              </a:spcBef>
              <a:spcAft>
                <a:spcPts val="0"/>
              </a:spcAft>
              <a:buClr>
                <a:srgbClr val="000000"/>
              </a:buClr>
              <a:buSzPts val="1800"/>
              <a:buNone/>
              <a:defRPr/>
            </a:lvl9pPr>
          </a:lstStyle>
          <a:p>
            <a:endParaRPr/>
          </a:p>
        </p:txBody>
      </p:sp>
      <p:sp>
        <p:nvSpPr>
          <p:cNvPr id="80" name="Google Shape;80;g3f57c0a166a_0_156"/>
          <p:cNvSpPr txBox="1">
            <a:spLocks noGrp="1"/>
          </p:cNvSpPr>
          <p:nvPr>
            <p:ph type="sldNum" idx="12"/>
          </p:nvPr>
        </p:nvSpPr>
        <p:spPr>
          <a:xfrm>
            <a:off x="11133797" y="6258849"/>
            <a:ext cx="220000" cy="461624"/>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98989"/>
              </a:buClr>
              <a:buSzPts val="9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9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9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9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9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9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9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9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900"/>
              <a:buFont typeface="Calibri"/>
              <a:buNone/>
              <a:defRPr sz="1200" b="0" i="0" u="none" strike="noStrike" cap="none">
                <a:solidFill>
                  <a:srgbClr val="898989"/>
                </a:solidFill>
                <a:latin typeface="Calibri"/>
                <a:ea typeface="Calibri"/>
                <a:cs typeface="Calibri"/>
                <a:sym typeface="Calibri"/>
              </a:defRPr>
            </a:lvl9pPr>
          </a:lstStyle>
          <a:p>
            <a:fld id="{00000000-1234-1234-1234-123412341234}" type="slidenum">
              <a:rPr lang="en-GB" smtClean="0"/>
              <a:pPr/>
              <a:t>‹#›</a:t>
            </a:fld>
            <a:endParaRPr lang="en-GB" sz="2400">
              <a:solidFill>
                <a:srgbClr val="888888"/>
              </a:solidFill>
            </a:endParaRPr>
          </a:p>
        </p:txBody>
      </p:sp>
    </p:spTree>
    <p:extLst>
      <p:ext uri="{BB962C8B-B14F-4D97-AF65-F5344CB8AC3E}">
        <p14:creationId xmlns:p14="http://schemas.microsoft.com/office/powerpoint/2010/main" val="448689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theme" Target="../theme/theme2.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image" Target="../media/image3.png"/><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D98792EE-EA1B-511C-9257-0EAF452244CA}"/>
              </a:ext>
            </a:extLst>
          </p:cNvPr>
          <p:cNvSpPr>
            <a:spLocks noGrp="1" noChangeArrowheads="1"/>
          </p:cNvSpPr>
          <p:nvPr>
            <p:ph type="title"/>
          </p:nvPr>
        </p:nvSpPr>
        <p:spPr bwMode="auto">
          <a:xfrm>
            <a:off x="838200" y="812800"/>
            <a:ext cx="10515600" cy="87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a:extLst>
              <a:ext uri="{FF2B5EF4-FFF2-40B4-BE49-F238E27FC236}">
                <a16:creationId xmlns:a16="http://schemas.microsoft.com/office/drawing/2014/main" id="{C697C5F7-0279-4B15-1CB7-D1A483C70813}"/>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a:extLst>
              <a:ext uri="{FF2B5EF4-FFF2-40B4-BE49-F238E27FC236}">
                <a16:creationId xmlns:a16="http://schemas.microsoft.com/office/drawing/2014/main" id="{85CCFADE-5B20-75C0-424F-0F2AFB6DF464}"/>
              </a:ext>
            </a:extLst>
          </p:cNvPr>
          <p:cNvSpPr>
            <a:spLocks noGrp="1"/>
          </p:cNvSpPr>
          <p:nvPr>
            <p:ph type="dt" sz="half" idx="2"/>
          </p:nvPr>
        </p:nvSpPr>
        <p:spPr>
          <a:xfrm>
            <a:off x="838200" y="6356350"/>
            <a:ext cx="27432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900">
                <a:solidFill>
                  <a:srgbClr val="898989"/>
                </a:solidFill>
                <a:latin typeface="Times New Roman" panose="02020603050405020304" pitchFamily="18" charset="0"/>
              </a:defRPr>
            </a:lvl1pPr>
          </a:lstStyle>
          <a:p>
            <a:fld id="{04D9DA4F-B283-46AB-B278-D5B99E6693DE}" type="datetimeFigureOut">
              <a:rPr lang="en-IN" smtClean="0"/>
              <a:t>03-08-2026</a:t>
            </a:fld>
            <a:endParaRPr lang="en-IN"/>
          </a:p>
        </p:txBody>
      </p:sp>
      <p:sp>
        <p:nvSpPr>
          <p:cNvPr id="5" name="Footer Placeholder 4">
            <a:extLst>
              <a:ext uri="{FF2B5EF4-FFF2-40B4-BE49-F238E27FC236}">
                <a16:creationId xmlns:a16="http://schemas.microsoft.com/office/drawing/2014/main" id="{3BDAFD65-0BAE-358D-C0AE-A5DD4E0191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defRPr>
            </a:lvl1pPr>
          </a:lstStyle>
          <a:p>
            <a:endParaRPr lang="en-IN"/>
          </a:p>
        </p:txBody>
      </p:sp>
      <p:sp>
        <p:nvSpPr>
          <p:cNvPr id="6" name="Slide Number Placeholder 5">
            <a:extLst>
              <a:ext uri="{FF2B5EF4-FFF2-40B4-BE49-F238E27FC236}">
                <a16:creationId xmlns:a16="http://schemas.microsoft.com/office/drawing/2014/main" id="{E9BA6229-5562-F65D-A0BA-E4ABF542A433}"/>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900">
                <a:solidFill>
                  <a:srgbClr val="898989"/>
                </a:solidFill>
              </a:defRPr>
            </a:lvl1pPr>
          </a:lstStyle>
          <a:p>
            <a:fld id="{095B67F8-3864-425A-A4D9-E2BC08C4F04D}" type="slidenum">
              <a:rPr lang="en-IN" smtClean="0"/>
              <a:t>‹#›</a:t>
            </a:fld>
            <a:endParaRPr lang="en-IN"/>
          </a:p>
        </p:txBody>
      </p:sp>
    </p:spTree>
    <p:extLst>
      <p:ext uri="{BB962C8B-B14F-4D97-AF65-F5344CB8AC3E}">
        <p14:creationId xmlns:p14="http://schemas.microsoft.com/office/powerpoint/2010/main" val="24831393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88" r:id="rId15"/>
  </p:sldLayoutIdLst>
  <p:txStyles>
    <p:titleStyle>
      <a:lvl1pPr algn="l" defTabSz="685800" rtl="0" eaLnBrk="1" fontAlgn="base" hangingPunct="1">
        <a:lnSpc>
          <a:spcPct val="90000"/>
        </a:lnSpc>
        <a:spcBef>
          <a:spcPct val="0"/>
        </a:spcBef>
        <a:spcAft>
          <a:spcPct val="0"/>
        </a:spcAft>
        <a:defRPr sz="3300" kern="1200">
          <a:solidFill>
            <a:schemeClr val="tx1"/>
          </a:solidFill>
          <a:latin typeface="+mj-lt"/>
          <a:ea typeface="+mj-ea"/>
          <a:cs typeface="+mj-cs"/>
        </a:defRPr>
      </a:lvl1pPr>
      <a:lvl2pPr algn="l" defTabSz="685800" rtl="0" eaLnBrk="1" fontAlgn="base" hangingPunct="1">
        <a:lnSpc>
          <a:spcPct val="90000"/>
        </a:lnSpc>
        <a:spcBef>
          <a:spcPct val="0"/>
        </a:spcBef>
        <a:spcAft>
          <a:spcPct val="0"/>
        </a:spcAft>
        <a:defRPr sz="3300">
          <a:solidFill>
            <a:schemeClr val="tx1"/>
          </a:solidFill>
          <a:latin typeface="Times New Roman" panose="02020603050405020304" pitchFamily="18" charset="0"/>
        </a:defRPr>
      </a:lvl2pPr>
      <a:lvl3pPr algn="l" defTabSz="685800" rtl="0" eaLnBrk="1" fontAlgn="base" hangingPunct="1">
        <a:lnSpc>
          <a:spcPct val="90000"/>
        </a:lnSpc>
        <a:spcBef>
          <a:spcPct val="0"/>
        </a:spcBef>
        <a:spcAft>
          <a:spcPct val="0"/>
        </a:spcAft>
        <a:defRPr sz="3300">
          <a:solidFill>
            <a:schemeClr val="tx1"/>
          </a:solidFill>
          <a:latin typeface="Times New Roman" panose="02020603050405020304" pitchFamily="18" charset="0"/>
        </a:defRPr>
      </a:lvl3pPr>
      <a:lvl4pPr algn="l" defTabSz="685800" rtl="0" eaLnBrk="1" fontAlgn="base" hangingPunct="1">
        <a:lnSpc>
          <a:spcPct val="90000"/>
        </a:lnSpc>
        <a:spcBef>
          <a:spcPct val="0"/>
        </a:spcBef>
        <a:spcAft>
          <a:spcPct val="0"/>
        </a:spcAft>
        <a:defRPr sz="3300">
          <a:solidFill>
            <a:schemeClr val="tx1"/>
          </a:solidFill>
          <a:latin typeface="Times New Roman" panose="02020603050405020304" pitchFamily="18" charset="0"/>
        </a:defRPr>
      </a:lvl4pPr>
      <a:lvl5pPr algn="l" defTabSz="685800" rtl="0" eaLnBrk="1" fontAlgn="base" hangingPunct="1">
        <a:lnSpc>
          <a:spcPct val="90000"/>
        </a:lnSpc>
        <a:spcBef>
          <a:spcPct val="0"/>
        </a:spcBef>
        <a:spcAft>
          <a:spcPct val="0"/>
        </a:spcAft>
        <a:defRPr sz="3300">
          <a:solidFill>
            <a:schemeClr val="tx1"/>
          </a:solidFill>
          <a:latin typeface="Times New Roman" panose="02020603050405020304" pitchFamily="18" charset="0"/>
        </a:defRPr>
      </a:lvl5pPr>
      <a:lvl6pPr marL="4572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l" defTabSz="685800" rtl="0" eaLnBrk="1" fontAlgn="base" hangingPunct="1">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fontAlgn="base" hangingPunct="1">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1" fontAlgn="base" hangingPunct="1">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fontAlgn="base" hangingPunct="1">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1" fontAlgn="base" hangingPunct="1">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9"/>
          <p:cNvSpPr/>
          <p:nvPr/>
        </p:nvSpPr>
        <p:spPr>
          <a:xfrm>
            <a:off x="0" y="6400800"/>
            <a:ext cx="12192000" cy="377825"/>
          </a:xfrm>
          <a:custGeom>
            <a:avLst/>
            <a:gdLst/>
            <a:ahLst/>
            <a:cxnLst/>
            <a:rect l="l" t="t" r="r" b="b"/>
            <a:pathLst>
              <a:path w="9144000" h="377825" extrusionOk="0">
                <a:moveTo>
                  <a:pt x="0" y="377825"/>
                </a:moveTo>
                <a:lnTo>
                  <a:pt x="9144000" y="377825"/>
                </a:lnTo>
                <a:lnTo>
                  <a:pt x="9144000" y="0"/>
                </a:lnTo>
                <a:lnTo>
                  <a:pt x="0" y="0"/>
                </a:lnTo>
                <a:lnTo>
                  <a:pt x="0" y="377825"/>
                </a:lnTo>
                <a:close/>
              </a:path>
            </a:pathLst>
          </a:custGeom>
          <a:solidFill>
            <a:srgbClr val="BC57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2400" b="0" i="0" u="none" strike="noStrike" cap="none">
              <a:solidFill>
                <a:schemeClr val="dk1"/>
              </a:solidFill>
              <a:latin typeface="Calibri"/>
              <a:ea typeface="Calibri"/>
              <a:cs typeface="Calibri"/>
              <a:sym typeface="Calibri"/>
            </a:endParaRPr>
          </a:p>
        </p:txBody>
      </p:sp>
      <p:sp>
        <p:nvSpPr>
          <p:cNvPr id="7" name="Google Shape;7;p39"/>
          <p:cNvSpPr/>
          <p:nvPr/>
        </p:nvSpPr>
        <p:spPr>
          <a:xfrm>
            <a:off x="0" y="6334125"/>
            <a:ext cx="12192000" cy="66675"/>
          </a:xfrm>
          <a:custGeom>
            <a:avLst/>
            <a:gdLst/>
            <a:ahLst/>
            <a:cxnLst/>
            <a:rect l="l" t="t" r="r" b="b"/>
            <a:pathLst>
              <a:path w="9144000" h="66675" extrusionOk="0">
                <a:moveTo>
                  <a:pt x="9144000" y="0"/>
                </a:moveTo>
                <a:lnTo>
                  <a:pt x="0" y="0"/>
                </a:lnTo>
                <a:lnTo>
                  <a:pt x="0" y="66675"/>
                </a:lnTo>
                <a:lnTo>
                  <a:pt x="9144000" y="66675"/>
                </a:lnTo>
                <a:lnTo>
                  <a:pt x="9144000" y="0"/>
                </a:lnTo>
                <a:close/>
              </a:path>
            </a:pathLst>
          </a:custGeom>
          <a:solidFill>
            <a:srgbClr val="E3831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2400" b="0" i="0" u="none" strike="noStrike" cap="none">
              <a:solidFill>
                <a:schemeClr val="dk1"/>
              </a:solidFill>
              <a:latin typeface="Calibri"/>
              <a:ea typeface="Calibri"/>
              <a:cs typeface="Calibri"/>
              <a:sym typeface="Calibri"/>
            </a:endParaRPr>
          </a:p>
        </p:txBody>
      </p:sp>
      <p:sp>
        <p:nvSpPr>
          <p:cNvPr id="8" name="Google Shape;8;p39"/>
          <p:cNvSpPr/>
          <p:nvPr/>
        </p:nvSpPr>
        <p:spPr>
          <a:xfrm>
            <a:off x="1193801" y="1738376"/>
            <a:ext cx="9967807" cy="0"/>
          </a:xfrm>
          <a:custGeom>
            <a:avLst/>
            <a:gdLst/>
            <a:ahLst/>
            <a:cxnLst/>
            <a:rect l="l" t="t" r="r" b="b"/>
            <a:pathLst>
              <a:path w="7475855" h="120000" extrusionOk="0">
                <a:moveTo>
                  <a:pt x="0" y="0"/>
                </a:moveTo>
                <a:lnTo>
                  <a:pt x="7475601" y="0"/>
                </a:lnTo>
              </a:path>
            </a:pathLst>
          </a:custGeom>
          <a:noFill/>
          <a:ln w="9525" cap="flat" cmpd="sng">
            <a:solidFill>
              <a:srgbClr val="7E7E7E"/>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2400" b="0" i="0" u="none" strike="noStrike" cap="none">
              <a:solidFill>
                <a:schemeClr val="dk1"/>
              </a:solidFill>
              <a:latin typeface="Calibri"/>
              <a:ea typeface="Calibri"/>
              <a:cs typeface="Calibri"/>
              <a:sym typeface="Calibri"/>
            </a:endParaRPr>
          </a:p>
        </p:txBody>
      </p:sp>
      <p:sp>
        <p:nvSpPr>
          <p:cNvPr id="9" name="Google Shape;9;p39"/>
          <p:cNvSpPr/>
          <p:nvPr/>
        </p:nvSpPr>
        <p:spPr>
          <a:xfrm>
            <a:off x="0" y="6778626"/>
            <a:ext cx="12192000" cy="79375"/>
          </a:xfrm>
          <a:custGeom>
            <a:avLst/>
            <a:gdLst/>
            <a:ahLst/>
            <a:cxnLst/>
            <a:rect l="l" t="t" r="r" b="b"/>
            <a:pathLst>
              <a:path w="9144000" h="79375" extrusionOk="0">
                <a:moveTo>
                  <a:pt x="9144000" y="0"/>
                </a:moveTo>
                <a:lnTo>
                  <a:pt x="0" y="0"/>
                </a:lnTo>
                <a:lnTo>
                  <a:pt x="0" y="79375"/>
                </a:lnTo>
                <a:lnTo>
                  <a:pt x="9144000" y="79375"/>
                </a:lnTo>
                <a:lnTo>
                  <a:pt x="9144000" y="0"/>
                </a:lnTo>
                <a:close/>
              </a:path>
            </a:pathLst>
          </a:custGeom>
          <a:solidFill>
            <a:srgbClr val="EC771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2400" b="0" i="0" u="none" strike="noStrike" cap="none">
              <a:solidFill>
                <a:schemeClr val="dk1"/>
              </a:solidFill>
              <a:latin typeface="Calibri"/>
              <a:ea typeface="Calibri"/>
              <a:cs typeface="Calibri"/>
              <a:sym typeface="Calibri"/>
            </a:endParaRPr>
          </a:p>
        </p:txBody>
      </p:sp>
      <p:sp>
        <p:nvSpPr>
          <p:cNvPr id="10" name="Google Shape;10;p39"/>
          <p:cNvSpPr/>
          <p:nvPr/>
        </p:nvSpPr>
        <p:spPr>
          <a:xfrm>
            <a:off x="2078568" y="431864"/>
            <a:ext cx="8106833" cy="46353"/>
          </a:xfrm>
          <a:custGeom>
            <a:avLst/>
            <a:gdLst/>
            <a:ahLst/>
            <a:cxnLst/>
            <a:rect l="l" t="t" r="r" b="b"/>
            <a:pathLst>
              <a:path w="6080125" h="46354" extrusionOk="0">
                <a:moveTo>
                  <a:pt x="6080125" y="0"/>
                </a:moveTo>
                <a:lnTo>
                  <a:pt x="0" y="0"/>
                </a:lnTo>
                <a:lnTo>
                  <a:pt x="0" y="46037"/>
                </a:lnTo>
                <a:lnTo>
                  <a:pt x="6080125" y="46037"/>
                </a:lnTo>
                <a:lnTo>
                  <a:pt x="6080125" y="0"/>
                </a:lnTo>
                <a:close/>
              </a:path>
            </a:pathLst>
          </a:custGeom>
          <a:solidFill>
            <a:srgbClr val="F47C3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2400" b="0" i="0" u="none" strike="noStrike" cap="none">
              <a:solidFill>
                <a:schemeClr val="dk1"/>
              </a:solidFill>
              <a:latin typeface="Calibri"/>
              <a:ea typeface="Calibri"/>
              <a:cs typeface="Calibri"/>
              <a:sym typeface="Calibri"/>
            </a:endParaRPr>
          </a:p>
        </p:txBody>
      </p:sp>
      <p:pic>
        <p:nvPicPr>
          <p:cNvPr id="11" name="Google Shape;11;p39"/>
          <p:cNvPicPr preferRelativeResize="0"/>
          <p:nvPr/>
        </p:nvPicPr>
        <p:blipFill rotWithShape="1">
          <a:blip r:embed="rId14">
            <a:alphaModFix/>
          </a:blip>
          <a:srcRect/>
          <a:stretch/>
        </p:blipFill>
        <p:spPr>
          <a:xfrm>
            <a:off x="10354734" y="177801"/>
            <a:ext cx="1160463" cy="419100"/>
          </a:xfrm>
          <a:prstGeom prst="rect">
            <a:avLst/>
          </a:prstGeom>
          <a:noFill/>
          <a:ln>
            <a:noFill/>
          </a:ln>
        </p:spPr>
      </p:pic>
      <p:pic>
        <p:nvPicPr>
          <p:cNvPr id="12" name="Google Shape;12;p39"/>
          <p:cNvPicPr preferRelativeResize="0"/>
          <p:nvPr/>
        </p:nvPicPr>
        <p:blipFill rotWithShape="1">
          <a:blip r:embed="rId15">
            <a:alphaModFix/>
          </a:blip>
          <a:srcRect/>
          <a:stretch/>
        </p:blipFill>
        <p:spPr>
          <a:xfrm>
            <a:off x="328083" y="177863"/>
            <a:ext cx="1185863" cy="506412"/>
          </a:xfrm>
          <a:prstGeom prst="rect">
            <a:avLst/>
          </a:prstGeom>
          <a:noFill/>
          <a:ln>
            <a:noFill/>
          </a:ln>
        </p:spPr>
      </p:pic>
      <p:sp>
        <p:nvSpPr>
          <p:cNvPr id="13" name="Google Shape;13;p39"/>
          <p:cNvSpPr txBox="1">
            <a:spLocks noGrp="1"/>
          </p:cNvSpPr>
          <p:nvPr>
            <p:ph type="title"/>
          </p:nvPr>
        </p:nvSpPr>
        <p:spPr>
          <a:xfrm>
            <a:off x="3451520" y="921765"/>
            <a:ext cx="5288800" cy="492443"/>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3200" b="0" i="0" u="none" strike="noStrike" cap="none">
                <a:solidFill>
                  <a:srgbClr val="FF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4" name="Google Shape;14;p39"/>
          <p:cNvSpPr txBox="1">
            <a:spLocks noGrp="1"/>
          </p:cNvSpPr>
          <p:nvPr>
            <p:ph type="body" idx="1"/>
          </p:nvPr>
        </p:nvSpPr>
        <p:spPr>
          <a:xfrm>
            <a:off x="191956" y="2430633"/>
            <a:ext cx="10771200" cy="27699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5" name="Google Shape;15;p39"/>
          <p:cNvSpPr txBox="1">
            <a:spLocks noGrp="1"/>
          </p:cNvSpPr>
          <p:nvPr>
            <p:ph type="ftr" idx="11"/>
          </p:nvPr>
        </p:nvSpPr>
        <p:spPr>
          <a:xfrm>
            <a:off x="4145280" y="6377940"/>
            <a:ext cx="3901600" cy="369332"/>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24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9pPr>
          </a:lstStyle>
          <a:p>
            <a:endParaRPr/>
          </a:p>
        </p:txBody>
      </p:sp>
      <p:sp>
        <p:nvSpPr>
          <p:cNvPr id="16" name="Google Shape;16;p39"/>
          <p:cNvSpPr txBox="1">
            <a:spLocks noGrp="1"/>
          </p:cNvSpPr>
          <p:nvPr>
            <p:ph type="dt" idx="10"/>
          </p:nvPr>
        </p:nvSpPr>
        <p:spPr>
          <a:xfrm>
            <a:off x="609600" y="6377940"/>
            <a:ext cx="2804000" cy="369332"/>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24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9pPr>
          </a:lstStyle>
          <a:p>
            <a:endParaRPr/>
          </a:p>
        </p:txBody>
      </p:sp>
      <p:sp>
        <p:nvSpPr>
          <p:cNvPr id="17" name="Google Shape;17;p39"/>
          <p:cNvSpPr txBox="1">
            <a:spLocks noGrp="1"/>
          </p:cNvSpPr>
          <p:nvPr>
            <p:ph type="sldNum" idx="12"/>
          </p:nvPr>
        </p:nvSpPr>
        <p:spPr>
          <a:xfrm>
            <a:off x="8778240" y="6377940"/>
            <a:ext cx="2804000" cy="369332"/>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800"/>
              <a:buFont typeface="Arial"/>
              <a:buNone/>
              <a:defRPr sz="2400" b="0" i="0" u="none" strike="noStrike" cap="none">
                <a:solidFill>
                  <a:srgbClr val="888888"/>
                </a:solidFill>
                <a:latin typeface="Calibri"/>
                <a:ea typeface="Calibri"/>
                <a:cs typeface="Calibri"/>
                <a:sym typeface="Calibri"/>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447282225"/>
      </p:ext>
    </p:extLst>
  </p:cSld>
  <p:clrMap bg1="lt1" tx1="dk1" bg2="dk2"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hyperlink" Target="https://www.youtube.com/playlist?list=PLBlnK6fEyqRggZZgYpPMUxdY1CYkZtARR" TargetMode="External"/><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F5141-4567-BAD7-E1DE-C7D5BAEB32A5}"/>
              </a:ext>
            </a:extLst>
          </p:cNvPr>
          <p:cNvSpPr>
            <a:spLocks noGrp="1"/>
          </p:cNvSpPr>
          <p:nvPr>
            <p:ph type="title"/>
          </p:nvPr>
        </p:nvSpPr>
        <p:spPr>
          <a:xfrm>
            <a:off x="1703388" y="1676404"/>
            <a:ext cx="9802812" cy="3581396"/>
          </a:xfrm>
        </p:spPr>
        <p:txBody>
          <a:bodyPr rtlCol="0">
            <a:noAutofit/>
          </a:bodyPr>
          <a:lstStyle/>
          <a:p>
            <a:pPr algn="ctr" eaLnBrk="1" fontAlgn="auto" hangingPunct="1">
              <a:spcAft>
                <a:spcPts val="0"/>
              </a:spcAft>
              <a:defRPr/>
            </a:pPr>
            <a:r>
              <a:rPr lang="en-US" sz="7200" dirty="0">
                <a:solidFill>
                  <a:srgbClr val="0F243E"/>
                </a:solidFill>
                <a:ea typeface="Limelight"/>
                <a:cs typeface="Times New Roman" panose="02020603050405020304" pitchFamily="18" charset="0"/>
                <a:sym typeface="Limelight"/>
              </a:rPr>
              <a:t>CSE109</a:t>
            </a:r>
            <a:br>
              <a:rPr lang="en-US" sz="7200" dirty="0">
                <a:solidFill>
                  <a:srgbClr val="0F243E"/>
                </a:solidFill>
                <a:ea typeface="Limelight"/>
                <a:cs typeface="Times New Roman" panose="02020603050405020304" pitchFamily="18" charset="0"/>
                <a:sym typeface="Limelight"/>
              </a:rPr>
            </a:br>
            <a:r>
              <a:rPr lang="en-US" sz="7200" dirty="0">
                <a:solidFill>
                  <a:srgbClr val="0F243E"/>
                </a:solidFill>
                <a:ea typeface="Limelight"/>
                <a:cs typeface="Times New Roman" panose="02020603050405020304" pitchFamily="18" charset="0"/>
                <a:sym typeface="Limelight"/>
              </a:rPr>
              <a:t>Computer Programming</a:t>
            </a:r>
            <a:endParaRPr lang="en-IN" sz="4000" dirty="0">
              <a:solidFill>
                <a:schemeClr val="tx2">
                  <a:lumMod val="50000"/>
                </a:schemeClr>
              </a:solidFill>
              <a:cs typeface="Times New Roman" panose="02020603050405020304" pitchFamily="18" charset="0"/>
            </a:endParaRPr>
          </a:p>
        </p:txBody>
      </p:sp>
      <p:sp>
        <p:nvSpPr>
          <p:cNvPr id="5" name="TextBox 4">
            <a:extLst>
              <a:ext uri="{FF2B5EF4-FFF2-40B4-BE49-F238E27FC236}">
                <a16:creationId xmlns:a16="http://schemas.microsoft.com/office/drawing/2014/main" id="{C0312414-5190-DF4E-5DC2-43D9DEF91B4A}"/>
              </a:ext>
            </a:extLst>
          </p:cNvPr>
          <p:cNvSpPr txBox="1"/>
          <p:nvPr/>
        </p:nvSpPr>
        <p:spPr>
          <a:xfrm>
            <a:off x="5560060" y="926310"/>
            <a:ext cx="1770063" cy="461963"/>
          </a:xfrm>
          <a:prstGeom prst="rect">
            <a:avLst/>
          </a:prstGeom>
          <a:noFill/>
        </p:spPr>
        <p:txBody>
          <a:bodyPr wrap="none">
            <a:spAutoFit/>
          </a:bodyPr>
          <a:lstStyle/>
          <a:p>
            <a:pPr eaLnBrk="1" fontAlgn="auto" hangingPunct="1">
              <a:spcBef>
                <a:spcPts val="0"/>
              </a:spcBef>
              <a:spcAft>
                <a:spcPts val="0"/>
              </a:spcAft>
              <a:defRPr/>
            </a:pPr>
            <a:r>
              <a:rPr lang="en-US" sz="2400" dirty="0">
                <a:solidFill>
                  <a:schemeClr val="accent1">
                    <a:lumMod val="75000"/>
                  </a:schemeClr>
                </a:solidFill>
                <a:latin typeface="Arial Rounded MT Bold" pitchFamily="34" charset="0"/>
              </a:rPr>
              <a:t>Lecture #0</a:t>
            </a:r>
            <a:endParaRPr lang="en-IN" sz="2400" dirty="0">
              <a:solidFill>
                <a:schemeClr val="accent1">
                  <a:lumMod val="75000"/>
                </a:schemeClr>
              </a:solidFill>
              <a:latin typeface="Arial Rounded MT Bold"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7"/>
          <p:cNvSpPr txBox="1">
            <a:spLocks noGrp="1"/>
          </p:cNvSpPr>
          <p:nvPr>
            <p:ph type="title"/>
          </p:nvPr>
        </p:nvSpPr>
        <p:spPr>
          <a:xfrm>
            <a:off x="1193433" y="921775"/>
            <a:ext cx="10488800" cy="1181990"/>
          </a:xfrm>
          <a:prstGeom prst="rect">
            <a:avLst/>
          </a:prstGeom>
        </p:spPr>
        <p:txBody>
          <a:bodyPr spcFirstLastPara="1" vert="horz" wrap="square" lIns="0" tIns="0" rIns="0" bIns="0" numCol="1" anchor="t" anchorCtr="0" compatLnSpc="1">
            <a:prstTxWarp prst="textNoShape">
              <a:avLst/>
            </a:prstTxWarp>
            <a:spAutoFit/>
          </a:bodyPr>
          <a:lstStyle/>
          <a:p>
            <a:pPr>
              <a:buClr>
                <a:schemeClr val="dk1"/>
              </a:buClr>
            </a:pPr>
            <a:r>
              <a:rPr lang="en-IN" dirty="0"/>
              <a:t>Course Introduction</a:t>
            </a:r>
            <a:endParaRPr dirty="0"/>
          </a:p>
          <a:p>
            <a:endParaRPr dirty="0"/>
          </a:p>
        </p:txBody>
      </p:sp>
      <p:sp>
        <p:nvSpPr>
          <p:cNvPr id="145" name="Google Shape;145;p27"/>
          <p:cNvSpPr txBox="1"/>
          <p:nvPr/>
        </p:nvSpPr>
        <p:spPr>
          <a:xfrm>
            <a:off x="519200" y="1949551"/>
            <a:ext cx="11153600" cy="2708393"/>
          </a:xfrm>
          <a:prstGeom prst="rect">
            <a:avLst/>
          </a:prstGeom>
          <a:noFill/>
          <a:ln>
            <a:noFill/>
          </a:ln>
        </p:spPr>
        <p:txBody>
          <a:bodyPr spcFirstLastPara="1" wrap="square" lIns="121900" tIns="121900" rIns="121900" bIns="121900" anchor="t" anchorCtr="0">
            <a:spAutoFit/>
          </a:bodyPr>
          <a:lstStyle/>
          <a:p>
            <a:pPr marL="397077" marR="6773" indent="-380990" algn="just">
              <a:buFont typeface="Arial" panose="020B0604020202020204" pitchFamily="34" charset="0"/>
              <a:buChar char="•"/>
            </a:pPr>
            <a:r>
              <a:rPr lang="en-IN" sz="3200" b="1" dirty="0"/>
              <a:t>Course Code : </a:t>
            </a:r>
            <a:r>
              <a:rPr lang="en-IN" sz="3200" dirty="0"/>
              <a:t>CSE109</a:t>
            </a:r>
          </a:p>
          <a:p>
            <a:pPr marL="397077" marR="6773" indent="-380990" algn="just">
              <a:buFont typeface="Arial" panose="020B0604020202020204" pitchFamily="34" charset="0"/>
              <a:buChar char="•"/>
            </a:pPr>
            <a:r>
              <a:rPr lang="en-IN" sz="3200" b="1" dirty="0"/>
              <a:t>Course Title : </a:t>
            </a:r>
            <a:r>
              <a:rPr lang="en-IN" sz="3200" dirty="0"/>
              <a:t>Computer Programming</a:t>
            </a:r>
          </a:p>
          <a:p>
            <a:pPr marL="397077" marR="6773" indent="-380990" algn="just">
              <a:buFont typeface="Arial" panose="020B0604020202020204" pitchFamily="34" charset="0"/>
              <a:buChar char="•"/>
            </a:pPr>
            <a:r>
              <a:rPr lang="en-IN" sz="3200" b="1" dirty="0"/>
              <a:t>L-T-P Structure :</a:t>
            </a:r>
            <a:r>
              <a:rPr lang="en-IN" sz="3200" dirty="0"/>
              <a:t> 2 0 2</a:t>
            </a:r>
          </a:p>
          <a:p>
            <a:pPr marL="397077" marR="6773" indent="-380990" algn="just">
              <a:buFont typeface="Arial" panose="020B0604020202020204" pitchFamily="34" charset="0"/>
              <a:buChar char="•"/>
            </a:pPr>
            <a:r>
              <a:rPr lang="en-IN" sz="3200" b="1" dirty="0"/>
              <a:t>Credits:</a:t>
            </a:r>
            <a:r>
              <a:rPr lang="en-IN" sz="3200" dirty="0"/>
              <a:t> 03</a:t>
            </a:r>
          </a:p>
          <a:p>
            <a:pPr marL="397077" marR="6773" indent="-380990" algn="just">
              <a:buFont typeface="Arial" panose="020B0604020202020204" pitchFamily="34" charset="0"/>
              <a:buChar char="•"/>
            </a:pPr>
            <a:r>
              <a:rPr lang="en-IN" sz="3200" b="1" dirty="0"/>
              <a:t>Nature of Course : </a:t>
            </a:r>
            <a:r>
              <a:rPr lang="en-IN" sz="3200" dirty="0"/>
              <a:t>Core</a:t>
            </a:r>
            <a:endParaRPr sz="2267" dirty="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5" name="Content Placeholder 2">
            <a:extLst>
              <a:ext uri="{FF2B5EF4-FFF2-40B4-BE49-F238E27FC236}">
                <a16:creationId xmlns:a16="http://schemas.microsoft.com/office/drawing/2014/main" id="{D50377C6-D712-829A-B9D8-6BCEC5D66BBB}"/>
              </a:ext>
            </a:extLst>
          </p:cNvPr>
          <p:cNvSpPr>
            <a:spLocks noGrp="1" noChangeArrowheads="1"/>
          </p:cNvSpPr>
          <p:nvPr>
            <p:ph idx="1"/>
          </p:nvPr>
        </p:nvSpPr>
        <p:spPr>
          <a:xfrm>
            <a:off x="974035" y="2295992"/>
            <a:ext cx="10853530" cy="1325293"/>
          </a:xfrm>
        </p:spPr>
        <p:txBody>
          <a:bodyPr/>
          <a:lstStyle/>
          <a:p>
            <a:pPr marL="0" indent="0" algn="just" eaLnBrk="1" hangingPunct="1">
              <a:buNone/>
              <a:defRPr/>
            </a:pPr>
            <a:r>
              <a:rPr lang="en-US" altLang="en-US" sz="1900" dirty="0">
                <a:latin typeface="+mj-lt"/>
                <a:cs typeface="Times New Roman" panose="02020603050405020304" pitchFamily="18" charset="0"/>
              </a:rPr>
              <a:t>To be a globally recognized school through excellence in teaching, learning and research for creating Computer Science professionals, leaders and entrepreneurs of future contributing to society and industry for sustainable growth.</a:t>
            </a:r>
          </a:p>
          <a:p>
            <a:pPr eaLnBrk="1" hangingPunct="1">
              <a:defRPr/>
            </a:pPr>
            <a:endParaRPr lang="en-IN" altLang="en-US" sz="1900" dirty="0">
              <a:latin typeface="+mj-lt"/>
              <a:cs typeface="Times New Roman" panose="02020603050405020304" pitchFamily="18" charset="0"/>
            </a:endParaRPr>
          </a:p>
        </p:txBody>
      </p:sp>
      <p:sp>
        <p:nvSpPr>
          <p:cNvPr id="3" name="Google Shape;101;p3">
            <a:extLst>
              <a:ext uri="{FF2B5EF4-FFF2-40B4-BE49-F238E27FC236}">
                <a16:creationId xmlns:a16="http://schemas.microsoft.com/office/drawing/2014/main" id="{B53972EC-C8AD-2A08-A8CE-7F76B4028E59}"/>
              </a:ext>
            </a:extLst>
          </p:cNvPr>
          <p:cNvSpPr txBox="1">
            <a:spLocks noGrp="1"/>
          </p:cNvSpPr>
          <p:nvPr>
            <p:ph type="title"/>
          </p:nvPr>
        </p:nvSpPr>
        <p:spPr>
          <a:xfrm>
            <a:off x="895075" y="1166460"/>
            <a:ext cx="7866600" cy="507831"/>
          </a:xfrm>
          <a:prstGeom prst="rect">
            <a:avLst/>
          </a:prstGeom>
          <a:noFill/>
          <a:ln>
            <a:noFill/>
          </a:ln>
        </p:spPr>
        <p:txBody>
          <a:bodyPr spcFirstLastPara="1" wrap="square" lIns="0" tIns="0" rIns="0" bIns="0" anchor="t" anchorCtr="0">
            <a:spAutoFit/>
          </a:bodyPr>
          <a:lstStyle/>
          <a:p>
            <a:pPr lvl="0">
              <a:lnSpc>
                <a:spcPct val="100000"/>
              </a:lnSpc>
              <a:spcBef>
                <a:spcPts val="0"/>
              </a:spcBef>
              <a:spcAft>
                <a:spcPts val="0"/>
              </a:spcAft>
              <a:buClr>
                <a:schemeClr val="dk1"/>
              </a:buClr>
              <a:buSzPts val="1400"/>
            </a:pPr>
            <a:r>
              <a:rPr lang="en-GB" dirty="0">
                <a:solidFill>
                  <a:srgbClr val="FF0000"/>
                </a:solidFill>
              </a:rPr>
              <a:t>Vision</a:t>
            </a:r>
            <a:r>
              <a:rPr lang="en-US" altLang="en-GB" dirty="0">
                <a:solidFill>
                  <a:srgbClr val="FF0000"/>
                </a:solidFill>
              </a:rPr>
              <a:t> of School</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Google Shape;150;p28">
            <a:extLst>
              <a:ext uri="{FF2B5EF4-FFF2-40B4-BE49-F238E27FC236}">
                <a16:creationId xmlns:a16="http://schemas.microsoft.com/office/drawing/2014/main" id="{5DDA9B91-1473-2479-696E-E69ABCE56FD3}"/>
              </a:ext>
            </a:extLst>
          </p:cNvPr>
          <p:cNvSpPr txBox="1">
            <a:spLocks/>
          </p:cNvSpPr>
          <p:nvPr/>
        </p:nvSpPr>
        <p:spPr bwMode="auto">
          <a:xfrm>
            <a:off x="970704" y="906484"/>
            <a:ext cx="5584500" cy="49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0" tIns="0" rIns="0" bIns="0" numCol="1" anchor="t" anchorCtr="0" compatLnSpc="1">
            <a:prstTxWarp prst="textNoShape">
              <a:avLst/>
            </a:prstTxWarp>
            <a:spAutoFit/>
          </a:bodyPr>
          <a:lstStyle>
            <a:lvl1pPr algn="l" defTabSz="685800" rtl="0" eaLnBrk="1" fontAlgn="base" hangingPunct="1">
              <a:lnSpc>
                <a:spcPct val="90000"/>
              </a:lnSpc>
              <a:spcBef>
                <a:spcPct val="0"/>
              </a:spcBef>
              <a:spcAft>
                <a:spcPct val="0"/>
              </a:spcAft>
              <a:defRPr sz="3300" kern="1200">
                <a:solidFill>
                  <a:schemeClr val="tx1"/>
                </a:solidFill>
                <a:latin typeface="+mj-lt"/>
                <a:ea typeface="+mj-ea"/>
                <a:cs typeface="+mj-cs"/>
              </a:defRPr>
            </a:lvl1pPr>
            <a:lvl2pPr algn="l" defTabSz="685800" rtl="0" eaLnBrk="1" fontAlgn="base" hangingPunct="1">
              <a:lnSpc>
                <a:spcPct val="90000"/>
              </a:lnSpc>
              <a:spcBef>
                <a:spcPct val="0"/>
              </a:spcBef>
              <a:spcAft>
                <a:spcPct val="0"/>
              </a:spcAft>
              <a:defRPr sz="3300">
                <a:solidFill>
                  <a:schemeClr val="tx1"/>
                </a:solidFill>
                <a:latin typeface="Times New Roman" panose="02020603050405020304" pitchFamily="18" charset="0"/>
              </a:defRPr>
            </a:lvl2pPr>
            <a:lvl3pPr algn="l" defTabSz="685800" rtl="0" eaLnBrk="1" fontAlgn="base" hangingPunct="1">
              <a:lnSpc>
                <a:spcPct val="90000"/>
              </a:lnSpc>
              <a:spcBef>
                <a:spcPct val="0"/>
              </a:spcBef>
              <a:spcAft>
                <a:spcPct val="0"/>
              </a:spcAft>
              <a:defRPr sz="3300">
                <a:solidFill>
                  <a:schemeClr val="tx1"/>
                </a:solidFill>
                <a:latin typeface="Times New Roman" panose="02020603050405020304" pitchFamily="18" charset="0"/>
              </a:defRPr>
            </a:lvl3pPr>
            <a:lvl4pPr algn="l" defTabSz="685800" rtl="0" eaLnBrk="1" fontAlgn="base" hangingPunct="1">
              <a:lnSpc>
                <a:spcPct val="90000"/>
              </a:lnSpc>
              <a:spcBef>
                <a:spcPct val="0"/>
              </a:spcBef>
              <a:spcAft>
                <a:spcPct val="0"/>
              </a:spcAft>
              <a:defRPr sz="3300">
                <a:solidFill>
                  <a:schemeClr val="tx1"/>
                </a:solidFill>
                <a:latin typeface="Times New Roman" panose="02020603050405020304" pitchFamily="18" charset="0"/>
              </a:defRPr>
            </a:lvl4pPr>
            <a:lvl5pPr algn="l" defTabSz="685800" rtl="0" eaLnBrk="1" fontAlgn="base" hangingPunct="1">
              <a:lnSpc>
                <a:spcPct val="90000"/>
              </a:lnSpc>
              <a:spcBef>
                <a:spcPct val="0"/>
              </a:spcBef>
              <a:spcAft>
                <a:spcPct val="0"/>
              </a:spcAft>
              <a:defRPr sz="3300">
                <a:solidFill>
                  <a:schemeClr val="tx1"/>
                </a:solidFill>
                <a:latin typeface="Times New Roman" panose="02020603050405020304" pitchFamily="18" charset="0"/>
              </a:defRPr>
            </a:lvl5pPr>
            <a:lvl6pPr marL="4572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9pPr>
          </a:lstStyle>
          <a:p>
            <a:pPr marL="12700">
              <a:spcBef>
                <a:spcPts val="0"/>
              </a:spcBef>
              <a:spcAft>
                <a:spcPts val="0"/>
              </a:spcAft>
              <a:buClr>
                <a:schemeClr val="dk1"/>
              </a:buClr>
              <a:buFont typeface="Arial"/>
              <a:buNone/>
            </a:pPr>
            <a:r>
              <a:rPr lang="en-GB" dirty="0">
                <a:solidFill>
                  <a:srgbClr val="FF0000"/>
                </a:solidFill>
                <a:latin typeface="Times New Roman"/>
                <a:ea typeface="Times New Roman"/>
                <a:cs typeface="Times New Roman"/>
                <a:sym typeface="Times New Roman"/>
              </a:rPr>
              <a:t>Mission</a:t>
            </a:r>
            <a:endParaRPr lang="en-GB" dirty="0">
              <a:solidFill>
                <a:srgbClr val="FF0000"/>
              </a:solidFill>
            </a:endParaRPr>
          </a:p>
        </p:txBody>
      </p:sp>
      <p:sp>
        <p:nvSpPr>
          <p:cNvPr id="6" name="Google Shape;151;p28">
            <a:extLst>
              <a:ext uri="{FF2B5EF4-FFF2-40B4-BE49-F238E27FC236}">
                <a16:creationId xmlns:a16="http://schemas.microsoft.com/office/drawing/2014/main" id="{DAC45ABF-87E5-6C1B-5AA1-E9326B7D9F24}"/>
              </a:ext>
            </a:extLst>
          </p:cNvPr>
          <p:cNvSpPr txBox="1"/>
          <p:nvPr/>
        </p:nvSpPr>
        <p:spPr>
          <a:xfrm>
            <a:off x="970704" y="1829108"/>
            <a:ext cx="9909499" cy="2523738"/>
          </a:xfrm>
          <a:prstGeom prst="rect">
            <a:avLst/>
          </a:prstGeom>
          <a:noFill/>
          <a:ln>
            <a:noFill/>
          </a:ln>
        </p:spPr>
        <p:txBody>
          <a:bodyPr spcFirstLastPara="1" wrap="square" lIns="91425" tIns="91425" rIns="91425" bIns="91425" anchor="t" anchorCtr="0">
            <a:spAutoFit/>
          </a:bodyPr>
          <a:lstStyle/>
          <a:p>
            <a:pPr algn="just">
              <a:defRPr/>
            </a:pPr>
            <a:r>
              <a:rPr lang="en-US" sz="1900" dirty="0">
                <a:latin typeface="+mj-lt"/>
              </a:rPr>
              <a:t>M1: To provide a learning-based environment on technical concepts applied to real-life situations with measurable outcomes.</a:t>
            </a:r>
          </a:p>
          <a:p>
            <a:pPr algn="just">
              <a:defRPr/>
            </a:pPr>
            <a:r>
              <a:rPr lang="en-US" sz="1900" dirty="0">
                <a:latin typeface="+mj-lt"/>
              </a:rPr>
              <a:t>M2: To establish connections with the industry for curriculum design, and creating internship cum career opportunities. </a:t>
            </a:r>
          </a:p>
          <a:p>
            <a:pPr algn="just">
              <a:defRPr/>
            </a:pPr>
            <a:r>
              <a:rPr lang="en-US" sz="1900" dirty="0">
                <a:latin typeface="+mj-lt"/>
              </a:rPr>
              <a:t>M3: To address societal issues related to regional, national and global challenges through meaningful research.</a:t>
            </a:r>
          </a:p>
          <a:p>
            <a:pPr algn="just">
              <a:defRPr/>
            </a:pPr>
            <a:r>
              <a:rPr lang="en-US" sz="1900" dirty="0">
                <a:latin typeface="+mj-lt"/>
              </a:rPr>
              <a:t>M4: To inspire graduates for pursuing lifelong learning in professional careers.</a:t>
            </a:r>
          </a:p>
          <a:p>
            <a:pPr algn="just">
              <a:defRPr/>
            </a:pPr>
            <a:r>
              <a:rPr lang="en-US" sz="1900" dirty="0">
                <a:latin typeface="+mj-lt"/>
              </a:rPr>
              <a:t>M5: To develop leadership potential in ethically competent entrepreneurs.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0140FFA9-E95D-D7E9-9C22-01875C87A0C6}"/>
              </a:ext>
            </a:extLst>
          </p:cNvPr>
          <p:cNvSpPr>
            <a:spLocks noGrp="1" noChangeArrowheads="1"/>
          </p:cNvSpPr>
          <p:nvPr>
            <p:ph type="title"/>
          </p:nvPr>
        </p:nvSpPr>
        <p:spPr>
          <a:xfrm>
            <a:off x="914399" y="457200"/>
            <a:ext cx="10982739" cy="876300"/>
          </a:xfrm>
        </p:spPr>
        <p:txBody>
          <a:bodyPr/>
          <a:lstStyle/>
          <a:p>
            <a:pPr eaLnBrk="1" hangingPunct="1"/>
            <a:r>
              <a:rPr lang="en-US" altLang="en-US" sz="2800" b="1" dirty="0">
                <a:solidFill>
                  <a:srgbClr val="FF0000"/>
                </a:solidFill>
                <a:cs typeface="Times New Roman" panose="02020603050405020304" pitchFamily="18" charset="0"/>
              </a:rPr>
              <a:t>Course Outcomes (COs)</a:t>
            </a:r>
          </a:p>
        </p:txBody>
      </p:sp>
      <p:sp>
        <p:nvSpPr>
          <p:cNvPr id="21507" name="Content Placeholder 2">
            <a:extLst>
              <a:ext uri="{FF2B5EF4-FFF2-40B4-BE49-F238E27FC236}">
                <a16:creationId xmlns:a16="http://schemas.microsoft.com/office/drawing/2014/main" id="{FECF0F18-FBC8-BEAE-6724-4B5ACDED2F64}"/>
              </a:ext>
            </a:extLst>
          </p:cNvPr>
          <p:cNvSpPr>
            <a:spLocks noGrp="1" noChangeArrowheads="1"/>
          </p:cNvSpPr>
          <p:nvPr>
            <p:ph idx="1"/>
          </p:nvPr>
        </p:nvSpPr>
        <p:spPr>
          <a:xfrm>
            <a:off x="914399" y="1333500"/>
            <a:ext cx="10982739" cy="4686300"/>
          </a:xfrm>
        </p:spPr>
        <p:txBody>
          <a:bodyPr>
            <a:normAutofit/>
          </a:bodyPr>
          <a:lstStyle/>
          <a:p>
            <a:pPr marL="0" indent="0" algn="just">
              <a:buNone/>
            </a:pPr>
            <a:r>
              <a:rPr lang="en-US" altLang="en-US" sz="2000" b="1" dirty="0">
                <a:ea typeface="Verdana" panose="020B0604030504040204" pitchFamily="34" charset="0"/>
              </a:rPr>
              <a:t>CO1</a:t>
            </a:r>
            <a:r>
              <a:rPr lang="en-US" altLang="en-US" sz="2000" dirty="0">
                <a:ea typeface="Verdana" panose="020B0604030504040204" pitchFamily="34" charset="0"/>
              </a:rPr>
              <a:t> :: discuss the various approaches towards solving a particular problem using the C language constructs.</a:t>
            </a:r>
          </a:p>
          <a:p>
            <a:pPr marL="0" indent="0" algn="just">
              <a:buNone/>
            </a:pPr>
            <a:r>
              <a:rPr lang="en-US" altLang="en-US" sz="2000" b="1" dirty="0">
                <a:ea typeface="Verdana" panose="020B0604030504040204" pitchFamily="34" charset="0"/>
              </a:rPr>
              <a:t>CO2</a:t>
            </a:r>
            <a:r>
              <a:rPr lang="en-US" altLang="en-US" sz="2000" dirty="0">
                <a:ea typeface="Verdana" panose="020B0604030504040204" pitchFamily="34" charset="0"/>
              </a:rPr>
              <a:t> :: apply appropriate control structures and input/output functions to develop structured programs in C for solving moderate-level computational problems.</a:t>
            </a:r>
          </a:p>
          <a:p>
            <a:pPr marL="0" indent="0" algn="just">
              <a:buNone/>
            </a:pPr>
            <a:r>
              <a:rPr lang="en-US" altLang="en-US" sz="2000" b="1" dirty="0">
                <a:ea typeface="Verdana" panose="020B0604030504040204" pitchFamily="34" charset="0"/>
              </a:rPr>
              <a:t>CO3</a:t>
            </a:r>
            <a:r>
              <a:rPr lang="en-US" altLang="en-US" sz="2000" dirty="0">
                <a:ea typeface="Verdana" panose="020B0604030504040204" pitchFamily="34" charset="0"/>
              </a:rPr>
              <a:t> :: analyze the impact of function types, recursion, and storage classes on program performance and modularity in C.</a:t>
            </a:r>
          </a:p>
          <a:p>
            <a:pPr marL="0" indent="0" algn="just">
              <a:buNone/>
            </a:pPr>
            <a:r>
              <a:rPr lang="en-US" altLang="en-US" sz="2000" b="1" dirty="0">
                <a:ea typeface="Verdana" panose="020B0604030504040204" pitchFamily="34" charset="0"/>
              </a:rPr>
              <a:t>CO4</a:t>
            </a:r>
            <a:r>
              <a:rPr lang="en-US" altLang="en-US" sz="2000" dirty="0">
                <a:ea typeface="Verdana" panose="020B0604030504040204" pitchFamily="34" charset="0"/>
              </a:rPr>
              <a:t> :: infer the usage and significance of pointers, one of the fundamental building blocks of data structures.</a:t>
            </a:r>
          </a:p>
          <a:p>
            <a:pPr marL="0" indent="0" algn="just">
              <a:buNone/>
            </a:pPr>
            <a:r>
              <a:rPr lang="en-US" altLang="en-US" sz="2000" b="1" dirty="0">
                <a:ea typeface="Verdana" panose="020B0604030504040204" pitchFamily="34" charset="0"/>
              </a:rPr>
              <a:t>CO5</a:t>
            </a:r>
            <a:r>
              <a:rPr lang="en-US" altLang="en-US" sz="2000" dirty="0">
                <a:ea typeface="Verdana" panose="020B0604030504040204" pitchFamily="34" charset="0"/>
              </a:rPr>
              <a:t> :: categorize the theoretical knowledge and insights gained to formulate and implement working code solutions.</a:t>
            </a:r>
          </a:p>
          <a:p>
            <a:pPr marL="0" indent="0" algn="just">
              <a:buNone/>
            </a:pPr>
            <a:r>
              <a:rPr lang="en-US" altLang="en-US" sz="2000" b="1" dirty="0">
                <a:ea typeface="Verdana" panose="020B0604030504040204" pitchFamily="34" charset="0"/>
              </a:rPr>
              <a:t>CO6</a:t>
            </a:r>
            <a:r>
              <a:rPr lang="en-US" altLang="en-US" sz="2000" dirty="0">
                <a:ea typeface="Verdana" panose="020B0604030504040204" pitchFamily="34" charset="0"/>
              </a:rPr>
              <a:t> :: understand the syntax and usage of structures and unions in C, including initialization and data access techniques</a:t>
            </a:r>
            <a:endParaRPr lang="en-IN" altLang="en-US" sz="2000" dirty="0">
              <a:ea typeface="Verdana" panose="020B060403050404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26DF0A2-D92E-5B6E-79F0-407B48B590AC}"/>
            </a:ext>
          </a:extLst>
        </p:cNvPr>
        <p:cNvGrpSpPr/>
        <p:nvPr/>
      </p:nvGrpSpPr>
      <p:grpSpPr>
        <a:xfrm>
          <a:off x="0" y="0"/>
          <a:ext cx="0" cy="0"/>
          <a:chOff x="0" y="0"/>
          <a:chExt cx="0" cy="0"/>
        </a:xfrm>
      </p:grpSpPr>
      <p:sp>
        <p:nvSpPr>
          <p:cNvPr id="21506" name="Title 1">
            <a:extLst>
              <a:ext uri="{FF2B5EF4-FFF2-40B4-BE49-F238E27FC236}">
                <a16:creationId xmlns:a16="http://schemas.microsoft.com/office/drawing/2014/main" id="{6B98AACB-DFEB-6024-4A4F-C5FD1904DBE4}"/>
              </a:ext>
            </a:extLst>
          </p:cNvPr>
          <p:cNvSpPr>
            <a:spLocks noGrp="1" noChangeArrowheads="1"/>
          </p:cNvSpPr>
          <p:nvPr>
            <p:ph type="title"/>
          </p:nvPr>
        </p:nvSpPr>
        <p:spPr>
          <a:xfrm>
            <a:off x="914399" y="457200"/>
            <a:ext cx="10982739" cy="876300"/>
          </a:xfrm>
        </p:spPr>
        <p:txBody>
          <a:bodyPr/>
          <a:lstStyle/>
          <a:p>
            <a:pPr eaLnBrk="1" hangingPunct="1"/>
            <a:r>
              <a:rPr lang="en-US" altLang="en-US" sz="2800" b="1" dirty="0">
                <a:solidFill>
                  <a:srgbClr val="FF0000"/>
                </a:solidFill>
                <a:cs typeface="Times New Roman" panose="02020603050405020304" pitchFamily="18" charset="0"/>
              </a:rPr>
              <a:t>Program Outcomes </a:t>
            </a:r>
          </a:p>
        </p:txBody>
      </p:sp>
      <p:sp>
        <p:nvSpPr>
          <p:cNvPr id="3" name="Google Shape;120;p6">
            <a:extLst>
              <a:ext uri="{FF2B5EF4-FFF2-40B4-BE49-F238E27FC236}">
                <a16:creationId xmlns:a16="http://schemas.microsoft.com/office/drawing/2014/main" id="{D2F2B8C6-22B8-CA1E-891C-4798CE106241}"/>
              </a:ext>
            </a:extLst>
          </p:cNvPr>
          <p:cNvSpPr txBox="1"/>
          <p:nvPr/>
        </p:nvSpPr>
        <p:spPr>
          <a:xfrm>
            <a:off x="475538" y="1255489"/>
            <a:ext cx="11421600" cy="4711249"/>
          </a:xfrm>
          <a:prstGeom prst="rect">
            <a:avLst/>
          </a:prstGeom>
          <a:noFill/>
          <a:ln>
            <a:noFill/>
          </a:ln>
        </p:spPr>
        <p:txBody>
          <a:bodyPr spcFirstLastPara="1" wrap="square" lIns="45700" tIns="45700" rIns="45700" bIns="45700" anchor="t" anchorCtr="0">
            <a:spAutoFit/>
          </a:bodyPr>
          <a:lstStyle/>
          <a:p>
            <a:pPr defTabSz="1219170" eaLnBrk="1" fontAlgn="auto" hangingPunct="1">
              <a:lnSpc>
                <a:spcPct val="115000"/>
              </a:lnSpc>
              <a:spcBef>
                <a:spcPts val="0"/>
              </a:spcBef>
              <a:spcAft>
                <a:spcPts val="0"/>
              </a:spcAft>
              <a:buClr>
                <a:srgbClr val="000000"/>
              </a:buClr>
              <a:buSzPts val="800"/>
            </a:pPr>
            <a:r>
              <a:rPr lang="en-US" b="1" dirty="0"/>
              <a:t>PO1: Engineering Knowledge: </a:t>
            </a:r>
            <a:r>
              <a:rPr lang="en-US" dirty="0"/>
              <a:t>Apply knowledge of mathematics, natural science, computing, engineering fundamentals and an engineering specialization as specified in WK1 to WK4 respectively to develop to the solution of complex engineering problems</a:t>
            </a:r>
            <a:r>
              <a:rPr lang="en-US" sz="2000" dirty="0"/>
              <a:t> </a:t>
            </a:r>
          </a:p>
          <a:p>
            <a:pPr defTabSz="1219170" eaLnBrk="1" fontAlgn="auto" hangingPunct="1">
              <a:lnSpc>
                <a:spcPct val="115000"/>
              </a:lnSpc>
              <a:spcBef>
                <a:spcPts val="0"/>
              </a:spcBef>
              <a:spcAft>
                <a:spcPts val="0"/>
              </a:spcAft>
              <a:buClr>
                <a:srgbClr val="000000"/>
              </a:buClr>
              <a:buSzPts val="800"/>
            </a:pPr>
            <a:r>
              <a:rPr lang="en-US" b="1" dirty="0"/>
              <a:t>PO2: Problem Analysis:</a:t>
            </a:r>
            <a:r>
              <a:rPr lang="en-US" dirty="0"/>
              <a:t> Identify, formulate, review research literature and analyze complex engineering problems reaching substantiated conclusions with consideration for sustainable development. (WK1 to WK4)</a:t>
            </a:r>
            <a:r>
              <a:rPr lang="en-US" sz="2000" dirty="0"/>
              <a:t> </a:t>
            </a:r>
          </a:p>
          <a:p>
            <a:pPr defTabSz="1219170" eaLnBrk="1" fontAlgn="auto" hangingPunct="1">
              <a:lnSpc>
                <a:spcPct val="115000"/>
              </a:lnSpc>
              <a:spcBef>
                <a:spcPts val="0"/>
              </a:spcBef>
              <a:spcAft>
                <a:spcPts val="0"/>
              </a:spcAft>
              <a:buClr>
                <a:srgbClr val="000000"/>
              </a:buClr>
              <a:buSzPts val="800"/>
            </a:pPr>
            <a:r>
              <a:rPr lang="en-US" b="1" dirty="0"/>
              <a:t>PO3: Design/Development of Solutions: </a:t>
            </a:r>
            <a:r>
              <a:rPr lang="en-US" dirty="0"/>
              <a:t>Design creative solutions for complex engineering problems and design/develop systems/components/processes to meet identified needs with consideration for the public health and safety, whole-life cost, net zero carbon, culture, society and environment as required. (WK5)</a:t>
            </a:r>
            <a:r>
              <a:rPr lang="en-US" sz="2000" dirty="0"/>
              <a:t> </a:t>
            </a:r>
          </a:p>
          <a:p>
            <a:pPr defTabSz="1219170" eaLnBrk="1" fontAlgn="auto" hangingPunct="1">
              <a:lnSpc>
                <a:spcPct val="115000"/>
              </a:lnSpc>
              <a:spcBef>
                <a:spcPts val="0"/>
              </a:spcBef>
              <a:spcAft>
                <a:spcPts val="0"/>
              </a:spcAft>
              <a:buClr>
                <a:srgbClr val="000000"/>
              </a:buClr>
              <a:buSzPts val="800"/>
            </a:pPr>
            <a:r>
              <a:rPr lang="en-US" b="1" dirty="0"/>
              <a:t>PO4: Conduct Investigations of Complex Problems: </a:t>
            </a:r>
            <a:r>
              <a:rPr lang="en-US" dirty="0"/>
              <a:t>Conduct investigations of complex engineering problems using research-based knowledge including design of experiments, modelling, analysis &amp; interpretation of data to provide valid conclusions. (WK8).</a:t>
            </a:r>
            <a:r>
              <a:rPr lang="en-US" sz="2000" dirty="0"/>
              <a:t> </a:t>
            </a:r>
          </a:p>
          <a:p>
            <a:pPr defTabSz="1219170" eaLnBrk="1" fontAlgn="auto" hangingPunct="1">
              <a:lnSpc>
                <a:spcPct val="115000"/>
              </a:lnSpc>
              <a:spcBef>
                <a:spcPts val="0"/>
              </a:spcBef>
              <a:spcAft>
                <a:spcPts val="0"/>
              </a:spcAft>
              <a:buClr>
                <a:srgbClr val="000000"/>
              </a:buClr>
              <a:buSzPts val="800"/>
            </a:pPr>
            <a:r>
              <a:rPr lang="en-US" b="1" dirty="0"/>
              <a:t>PO5: Engineering Tool Usage: </a:t>
            </a:r>
            <a:r>
              <a:rPr lang="en-US" dirty="0"/>
              <a:t>Create, select and apply appropriate techniques, resources and modern engineering &amp; IT tools, including prediction and modelling recognizing their limitations to solve complex engineering problems. (WK2 and WK6)</a:t>
            </a:r>
            <a:endParaRPr lang="en-US" sz="1900" kern="0" dirty="0">
              <a:solidFill>
                <a:srgbClr val="000000"/>
              </a:solidFill>
              <a:latin typeface="Times New Roman" panose="02020603050405020304" pitchFamily="18" charset="0"/>
              <a:ea typeface="Times"/>
              <a:cs typeface="Times New Roman" panose="02020603050405020304" pitchFamily="18" charset="0"/>
              <a:sym typeface="Times"/>
            </a:endParaRPr>
          </a:p>
        </p:txBody>
      </p:sp>
    </p:spTree>
    <p:extLst>
      <p:ext uri="{BB962C8B-B14F-4D97-AF65-F5344CB8AC3E}">
        <p14:creationId xmlns:p14="http://schemas.microsoft.com/office/powerpoint/2010/main" val="3455195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B8BE62C-18D5-27F1-FD45-6B010BBB5507}"/>
            </a:ext>
          </a:extLst>
        </p:cNvPr>
        <p:cNvGrpSpPr/>
        <p:nvPr/>
      </p:nvGrpSpPr>
      <p:grpSpPr>
        <a:xfrm>
          <a:off x="0" y="0"/>
          <a:ext cx="0" cy="0"/>
          <a:chOff x="0" y="0"/>
          <a:chExt cx="0" cy="0"/>
        </a:xfrm>
      </p:grpSpPr>
      <p:sp>
        <p:nvSpPr>
          <p:cNvPr id="21506" name="Title 1">
            <a:extLst>
              <a:ext uri="{FF2B5EF4-FFF2-40B4-BE49-F238E27FC236}">
                <a16:creationId xmlns:a16="http://schemas.microsoft.com/office/drawing/2014/main" id="{59E9FDD2-A10C-A26C-7DDE-503F67DF8A65}"/>
              </a:ext>
            </a:extLst>
          </p:cNvPr>
          <p:cNvSpPr>
            <a:spLocks noGrp="1" noChangeArrowheads="1"/>
          </p:cNvSpPr>
          <p:nvPr>
            <p:ph type="title"/>
          </p:nvPr>
        </p:nvSpPr>
        <p:spPr>
          <a:xfrm>
            <a:off x="914399" y="457200"/>
            <a:ext cx="10982739" cy="876300"/>
          </a:xfrm>
        </p:spPr>
        <p:txBody>
          <a:bodyPr/>
          <a:lstStyle/>
          <a:p>
            <a:pPr eaLnBrk="1" hangingPunct="1"/>
            <a:r>
              <a:rPr lang="en-US" altLang="en-US" sz="2800" b="1" dirty="0">
                <a:solidFill>
                  <a:srgbClr val="FF0000"/>
                </a:solidFill>
                <a:cs typeface="Times New Roman" panose="02020603050405020304" pitchFamily="18" charset="0"/>
              </a:rPr>
              <a:t>Program Outcomes (Cont.) </a:t>
            </a:r>
          </a:p>
        </p:txBody>
      </p:sp>
      <p:sp>
        <p:nvSpPr>
          <p:cNvPr id="3" name="Google Shape;120;p6">
            <a:extLst>
              <a:ext uri="{FF2B5EF4-FFF2-40B4-BE49-F238E27FC236}">
                <a16:creationId xmlns:a16="http://schemas.microsoft.com/office/drawing/2014/main" id="{5CA81CDB-222E-AA58-00B0-9C343273CDB8}"/>
              </a:ext>
            </a:extLst>
          </p:cNvPr>
          <p:cNvSpPr txBox="1"/>
          <p:nvPr/>
        </p:nvSpPr>
        <p:spPr>
          <a:xfrm>
            <a:off x="475538" y="1255489"/>
            <a:ext cx="11421600" cy="5702290"/>
          </a:xfrm>
          <a:prstGeom prst="rect">
            <a:avLst/>
          </a:prstGeom>
          <a:noFill/>
          <a:ln>
            <a:noFill/>
          </a:ln>
        </p:spPr>
        <p:txBody>
          <a:bodyPr spcFirstLastPara="1" wrap="square" lIns="45700" tIns="45700" rIns="45700" bIns="45700" anchor="t" anchorCtr="0">
            <a:spAutoFit/>
          </a:bodyPr>
          <a:lstStyle/>
          <a:p>
            <a:pPr defTabSz="1219170" eaLnBrk="1" fontAlgn="auto" hangingPunct="1">
              <a:lnSpc>
                <a:spcPct val="115000"/>
              </a:lnSpc>
              <a:spcBef>
                <a:spcPts val="0"/>
              </a:spcBef>
              <a:spcAft>
                <a:spcPts val="0"/>
              </a:spcAft>
              <a:buClr>
                <a:srgbClr val="000000"/>
              </a:buClr>
              <a:buSzPts val="800"/>
            </a:pPr>
            <a:r>
              <a:rPr lang="en-US" b="1" dirty="0"/>
              <a:t>PO6: The Engineer and The World:</a:t>
            </a:r>
            <a:r>
              <a:rPr lang="en-US" dirty="0"/>
              <a:t> Analyze and evaluate societal and environmental aspects while solving complex engineering problems for its impact on sustainability with reference to economy, health, safety, legal framework, culture and environment. (WK1, WK5, and WK7).</a:t>
            </a:r>
            <a:r>
              <a:rPr lang="en-US" sz="2000" dirty="0"/>
              <a:t> </a:t>
            </a:r>
          </a:p>
          <a:p>
            <a:pPr defTabSz="1219170" eaLnBrk="1" fontAlgn="auto" hangingPunct="1">
              <a:lnSpc>
                <a:spcPct val="115000"/>
              </a:lnSpc>
              <a:spcBef>
                <a:spcPts val="0"/>
              </a:spcBef>
              <a:spcAft>
                <a:spcPts val="0"/>
              </a:spcAft>
              <a:buClr>
                <a:srgbClr val="000000"/>
              </a:buClr>
              <a:buSzPts val="800"/>
            </a:pPr>
            <a:r>
              <a:rPr lang="en-US" b="1" dirty="0"/>
              <a:t>PO7: Ethics: </a:t>
            </a:r>
            <a:r>
              <a:rPr lang="en-US" dirty="0"/>
              <a:t>Apply ethical principles and commit to professional ethics, human values, diversity and inclusion; adhere to national &amp; international laws. (WK9)</a:t>
            </a:r>
            <a:r>
              <a:rPr lang="en-US" sz="2000" dirty="0"/>
              <a:t> </a:t>
            </a:r>
          </a:p>
          <a:p>
            <a:pPr defTabSz="1219170" eaLnBrk="1" fontAlgn="auto" hangingPunct="1">
              <a:lnSpc>
                <a:spcPct val="115000"/>
              </a:lnSpc>
              <a:spcBef>
                <a:spcPts val="0"/>
              </a:spcBef>
              <a:spcAft>
                <a:spcPts val="0"/>
              </a:spcAft>
              <a:buClr>
                <a:srgbClr val="000000"/>
              </a:buClr>
              <a:buSzPts val="800"/>
            </a:pPr>
            <a:r>
              <a:rPr lang="en-US" b="1" dirty="0"/>
              <a:t>PO8: Individual and Collaborative Team work: </a:t>
            </a:r>
            <a:r>
              <a:rPr lang="en-US" dirty="0"/>
              <a:t>Function effectively as an individual, and as a member or leader in diverse/multi-disciplinary teams.</a:t>
            </a:r>
            <a:r>
              <a:rPr lang="en-US" sz="2000" dirty="0"/>
              <a:t> </a:t>
            </a:r>
          </a:p>
          <a:p>
            <a:pPr defTabSz="1219170" eaLnBrk="1" fontAlgn="auto" hangingPunct="1">
              <a:lnSpc>
                <a:spcPct val="115000"/>
              </a:lnSpc>
              <a:spcBef>
                <a:spcPts val="0"/>
              </a:spcBef>
              <a:spcAft>
                <a:spcPts val="0"/>
              </a:spcAft>
              <a:buClr>
                <a:srgbClr val="000000"/>
              </a:buClr>
              <a:buSzPts val="800"/>
            </a:pPr>
            <a:r>
              <a:rPr lang="en-US" b="1" dirty="0"/>
              <a:t>PO9: Communication: </a:t>
            </a:r>
            <a:r>
              <a:rPr lang="en-US" dirty="0"/>
              <a:t>Communicate effectively and inclusively within the engineering community and society at large, such as being able to comprehend and write effective reports and design documentation, make effective presentations considering cultural, language, and learning differences.</a:t>
            </a:r>
            <a:r>
              <a:rPr lang="en-US" sz="2000" dirty="0"/>
              <a:t> </a:t>
            </a:r>
          </a:p>
          <a:p>
            <a:pPr defTabSz="1219170" eaLnBrk="1" fontAlgn="auto" hangingPunct="1">
              <a:lnSpc>
                <a:spcPct val="115000"/>
              </a:lnSpc>
              <a:spcBef>
                <a:spcPts val="0"/>
              </a:spcBef>
              <a:spcAft>
                <a:spcPts val="0"/>
              </a:spcAft>
              <a:buClr>
                <a:srgbClr val="000000"/>
              </a:buClr>
              <a:buSzPts val="800"/>
            </a:pPr>
            <a:r>
              <a:rPr lang="en-US" b="1" dirty="0"/>
              <a:t>PO10: Project Management and Finance:</a:t>
            </a:r>
            <a:r>
              <a:rPr lang="en-US" dirty="0"/>
              <a:t> Apply knowledge and understanding of engineering management principles and economic decision-making and apply these to one’s own work, as a member and leader in a team, and to manage projects and in multidisciplinary environments.</a:t>
            </a:r>
            <a:r>
              <a:rPr lang="en-US" sz="2000" dirty="0"/>
              <a:t> </a:t>
            </a:r>
          </a:p>
          <a:p>
            <a:pPr defTabSz="1219170" eaLnBrk="1" fontAlgn="auto" hangingPunct="1">
              <a:lnSpc>
                <a:spcPct val="115000"/>
              </a:lnSpc>
              <a:spcBef>
                <a:spcPts val="0"/>
              </a:spcBef>
              <a:spcAft>
                <a:spcPts val="0"/>
              </a:spcAft>
              <a:buClr>
                <a:srgbClr val="000000"/>
              </a:buClr>
              <a:buSzPts val="800"/>
            </a:pPr>
            <a:r>
              <a:rPr lang="en-US" b="1" dirty="0"/>
              <a:t>PO11: Life-Long Learning: </a:t>
            </a:r>
            <a:r>
              <a:rPr lang="en-US" dirty="0"/>
              <a:t>Recognize the need for, and have the preparation and ability for </a:t>
            </a:r>
            <a:r>
              <a:rPr lang="en-US" dirty="0" err="1"/>
              <a:t>i</a:t>
            </a:r>
            <a:r>
              <a:rPr lang="en-US" dirty="0"/>
              <a:t>) independent and life-long learning ii) adaptability to new and emerging technologies and iii) critical thinking in the broadest context of technological change. (WK8)</a:t>
            </a:r>
            <a:endParaRPr lang="en-US" b="1" kern="0" dirty="0">
              <a:solidFill>
                <a:srgbClr val="000000"/>
              </a:solidFill>
              <a:latin typeface="Times New Roman" panose="02020603050405020304" pitchFamily="18" charset="0"/>
              <a:ea typeface="Times"/>
              <a:cs typeface="Times New Roman" panose="02020603050405020304" pitchFamily="18" charset="0"/>
              <a:sym typeface="Times"/>
            </a:endParaRPr>
          </a:p>
          <a:p>
            <a:pPr defTabSz="1219170" eaLnBrk="1" fontAlgn="auto" hangingPunct="1">
              <a:lnSpc>
                <a:spcPct val="115000"/>
              </a:lnSpc>
              <a:spcBef>
                <a:spcPts val="0"/>
              </a:spcBef>
              <a:spcAft>
                <a:spcPts val="0"/>
              </a:spcAft>
              <a:buClr>
                <a:srgbClr val="000000"/>
              </a:buClr>
              <a:buSzPts val="800"/>
            </a:pPr>
            <a:endParaRPr lang="en-US" sz="1900" kern="0" dirty="0">
              <a:solidFill>
                <a:srgbClr val="000000"/>
              </a:solidFill>
              <a:latin typeface="Times New Roman" panose="02020603050405020304" pitchFamily="18" charset="0"/>
              <a:ea typeface="Times"/>
              <a:cs typeface="Times New Roman" panose="02020603050405020304" pitchFamily="18" charset="0"/>
              <a:sym typeface="Times"/>
            </a:endParaRPr>
          </a:p>
        </p:txBody>
      </p:sp>
    </p:spTree>
    <p:extLst>
      <p:ext uri="{BB962C8B-B14F-4D97-AF65-F5344CB8AC3E}">
        <p14:creationId xmlns:p14="http://schemas.microsoft.com/office/powerpoint/2010/main" val="25860974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31FF6AF-8B7A-7A19-F287-0ED80CFA3796}"/>
            </a:ext>
          </a:extLst>
        </p:cNvPr>
        <p:cNvGrpSpPr/>
        <p:nvPr/>
      </p:nvGrpSpPr>
      <p:grpSpPr>
        <a:xfrm>
          <a:off x="0" y="0"/>
          <a:ext cx="0" cy="0"/>
          <a:chOff x="0" y="0"/>
          <a:chExt cx="0" cy="0"/>
        </a:xfrm>
      </p:grpSpPr>
      <p:sp>
        <p:nvSpPr>
          <p:cNvPr id="21506" name="Title 1">
            <a:extLst>
              <a:ext uri="{FF2B5EF4-FFF2-40B4-BE49-F238E27FC236}">
                <a16:creationId xmlns:a16="http://schemas.microsoft.com/office/drawing/2014/main" id="{F7CC9113-F8F8-8AAE-6F58-AFE7E49B81DA}"/>
              </a:ext>
            </a:extLst>
          </p:cNvPr>
          <p:cNvSpPr>
            <a:spLocks noGrp="1" noChangeArrowheads="1"/>
          </p:cNvSpPr>
          <p:nvPr>
            <p:ph type="title"/>
          </p:nvPr>
        </p:nvSpPr>
        <p:spPr>
          <a:xfrm>
            <a:off x="914399" y="457200"/>
            <a:ext cx="10982739" cy="876300"/>
          </a:xfrm>
        </p:spPr>
        <p:txBody>
          <a:bodyPr/>
          <a:lstStyle/>
          <a:p>
            <a:pPr eaLnBrk="1" hangingPunct="1"/>
            <a:r>
              <a:rPr lang="en-US" altLang="en-US" sz="2800" b="1" dirty="0">
                <a:solidFill>
                  <a:srgbClr val="FF0000"/>
                </a:solidFill>
                <a:cs typeface="Times New Roman" panose="02020603050405020304" pitchFamily="18" charset="0"/>
              </a:rPr>
              <a:t>Program Specific Outcomes </a:t>
            </a:r>
          </a:p>
        </p:txBody>
      </p:sp>
      <p:sp>
        <p:nvSpPr>
          <p:cNvPr id="3" name="Google Shape;120;p6">
            <a:extLst>
              <a:ext uri="{FF2B5EF4-FFF2-40B4-BE49-F238E27FC236}">
                <a16:creationId xmlns:a16="http://schemas.microsoft.com/office/drawing/2014/main" id="{E6CDE522-B8E7-47B1-0D01-B3D57BEFCF6F}"/>
              </a:ext>
            </a:extLst>
          </p:cNvPr>
          <p:cNvSpPr txBox="1"/>
          <p:nvPr/>
        </p:nvSpPr>
        <p:spPr>
          <a:xfrm>
            <a:off x="475538" y="1255489"/>
            <a:ext cx="11421600" cy="1118727"/>
          </a:xfrm>
          <a:prstGeom prst="rect">
            <a:avLst/>
          </a:prstGeom>
          <a:noFill/>
          <a:ln>
            <a:noFill/>
          </a:ln>
        </p:spPr>
        <p:txBody>
          <a:bodyPr spcFirstLastPara="1" wrap="square" lIns="45700" tIns="45700" rIns="45700" bIns="45700" anchor="t" anchorCtr="0">
            <a:spAutoFit/>
          </a:bodyPr>
          <a:lstStyle/>
          <a:p>
            <a:pPr defTabSz="1219170" eaLnBrk="1" fontAlgn="auto" hangingPunct="1">
              <a:lnSpc>
                <a:spcPct val="115000"/>
              </a:lnSpc>
              <a:spcBef>
                <a:spcPts val="0"/>
              </a:spcBef>
              <a:spcAft>
                <a:spcPts val="0"/>
              </a:spcAft>
              <a:buClr>
                <a:srgbClr val="000000"/>
              </a:buClr>
              <a:buSzPts val="800"/>
            </a:pPr>
            <a:r>
              <a:rPr lang="en-US" b="1" dirty="0"/>
              <a:t>PSO1: </a:t>
            </a:r>
            <a:r>
              <a:rPr lang="en-US" dirty="0"/>
              <a:t>Demonstrate proficiency in the application of circuit analysis and design in the fields of analogue and digital electronics, signal systems employing microprocessors and control.</a:t>
            </a:r>
            <a:r>
              <a:rPr lang="en-US" sz="2000" dirty="0"/>
              <a:t> </a:t>
            </a:r>
          </a:p>
          <a:p>
            <a:pPr defTabSz="1219170" eaLnBrk="1" fontAlgn="auto" hangingPunct="1">
              <a:lnSpc>
                <a:spcPct val="115000"/>
              </a:lnSpc>
              <a:spcBef>
                <a:spcPts val="0"/>
              </a:spcBef>
              <a:spcAft>
                <a:spcPts val="0"/>
              </a:spcAft>
              <a:buClr>
                <a:srgbClr val="000000"/>
              </a:buClr>
              <a:buSzPts val="800"/>
            </a:pPr>
            <a:r>
              <a:rPr lang="en-US" b="1" dirty="0"/>
              <a:t>PSO2: </a:t>
            </a:r>
            <a:r>
              <a:rPr lang="en-US" dirty="0"/>
              <a:t>Develop lifelong understanding in the field of telecommunication/ IOT/ VLSI design/ automation and robotics.</a:t>
            </a:r>
            <a:r>
              <a:rPr lang="en-US" sz="2000" dirty="0"/>
              <a:t> </a:t>
            </a:r>
            <a:endParaRPr lang="en-US" sz="1900" kern="0" dirty="0">
              <a:solidFill>
                <a:srgbClr val="000000"/>
              </a:solidFill>
              <a:latin typeface="Times New Roman" panose="02020603050405020304" pitchFamily="18" charset="0"/>
              <a:ea typeface="Times"/>
              <a:cs typeface="Times New Roman" panose="02020603050405020304" pitchFamily="18" charset="0"/>
              <a:sym typeface="Times"/>
            </a:endParaRPr>
          </a:p>
        </p:txBody>
      </p:sp>
    </p:spTree>
    <p:extLst>
      <p:ext uri="{BB962C8B-B14F-4D97-AF65-F5344CB8AC3E}">
        <p14:creationId xmlns:p14="http://schemas.microsoft.com/office/powerpoint/2010/main" val="4221241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g3f57c0a166a_0_0"/>
          <p:cNvSpPr txBox="1">
            <a:spLocks noGrp="1"/>
          </p:cNvSpPr>
          <p:nvPr>
            <p:ph type="title"/>
          </p:nvPr>
        </p:nvSpPr>
        <p:spPr>
          <a:xfrm>
            <a:off x="838200" y="812800"/>
            <a:ext cx="10515600" cy="878000"/>
          </a:xfrm>
          <a:prstGeom prst="rect">
            <a:avLst/>
          </a:prstGeom>
        </p:spPr>
        <p:txBody>
          <a:bodyPr spcFirstLastPara="1" wrap="square" lIns="45700" tIns="45700" rIns="45700" bIns="45700" anchor="ctr" anchorCtr="0">
            <a:normAutofit/>
          </a:bodyPr>
          <a:lstStyle/>
          <a:p>
            <a:r>
              <a:rPr lang="en-GB"/>
              <a:t>Programme Education Objectives</a:t>
            </a:r>
            <a:endParaRPr/>
          </a:p>
        </p:txBody>
      </p:sp>
      <p:sp>
        <p:nvSpPr>
          <p:cNvPr id="138" name="Google Shape;138;g3f57c0a166a_0_0"/>
          <p:cNvSpPr txBox="1">
            <a:spLocks noGrp="1"/>
          </p:cNvSpPr>
          <p:nvPr>
            <p:ph type="body" idx="1"/>
          </p:nvPr>
        </p:nvSpPr>
        <p:spPr>
          <a:xfrm>
            <a:off x="567159" y="1380834"/>
            <a:ext cx="10903352" cy="4486000"/>
          </a:xfrm>
          <a:prstGeom prst="rect">
            <a:avLst/>
          </a:prstGeom>
        </p:spPr>
        <p:txBody>
          <a:bodyPr spcFirstLastPara="1" wrap="square" lIns="45700" tIns="45700" rIns="45700" bIns="45700" anchor="t" anchorCtr="0">
            <a:noAutofit/>
          </a:bodyPr>
          <a:lstStyle/>
          <a:p>
            <a:pPr indent="0" algn="just"/>
            <a:endParaRPr sz="1900" b="1" dirty="0">
              <a:latin typeface="Times New Roman" panose="02020603050405020304" pitchFamily="18" charset="0"/>
              <a:cs typeface="Times New Roman" panose="02020603050405020304" pitchFamily="18" charset="0"/>
            </a:endParaRPr>
          </a:p>
          <a:p>
            <a:pPr indent="-397954" algn="just">
              <a:buSzPct val="85275"/>
              <a:buChar char="●"/>
            </a:pPr>
            <a:r>
              <a:rPr lang="en-GB" sz="1900" b="1" dirty="0">
                <a:latin typeface="Times New Roman" panose="02020603050405020304" pitchFamily="18" charset="0"/>
                <a:cs typeface="Times New Roman" panose="02020603050405020304" pitchFamily="18" charset="0"/>
              </a:rPr>
              <a:t>PEO1:</a:t>
            </a:r>
            <a:r>
              <a:rPr lang="en-GB" sz="1900"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Graduates will establish successful careers by applying the fundamental principles of Computer Science and Engineering to solve real-world computing problems effectively.</a:t>
            </a:r>
            <a:endParaRPr sz="1900" dirty="0">
              <a:latin typeface="Times New Roman" panose="02020603050405020304" pitchFamily="18" charset="0"/>
              <a:cs typeface="Times New Roman" panose="02020603050405020304" pitchFamily="18" charset="0"/>
            </a:endParaRPr>
          </a:p>
          <a:p>
            <a:pPr indent="-397954" algn="just">
              <a:buSzPct val="85275"/>
              <a:buChar char="●"/>
            </a:pPr>
            <a:r>
              <a:rPr lang="en-GB" sz="1900" b="1" dirty="0">
                <a:latin typeface="Times New Roman" panose="02020603050405020304" pitchFamily="18" charset="0"/>
                <a:cs typeface="Times New Roman" panose="02020603050405020304" pitchFamily="18" charset="0"/>
              </a:rPr>
              <a:t>PEO2:</a:t>
            </a:r>
            <a:r>
              <a:rPr lang="en-GB" sz="1900"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Graduates will continuously enhance their knowledge and skills through higher education, professional development, research, and self-learning to adapt to evolving technologies.</a:t>
            </a:r>
            <a:endParaRPr sz="1900" dirty="0">
              <a:latin typeface="Times New Roman" panose="02020603050405020304" pitchFamily="18" charset="0"/>
              <a:cs typeface="Times New Roman" panose="02020603050405020304" pitchFamily="18" charset="0"/>
            </a:endParaRPr>
          </a:p>
          <a:p>
            <a:pPr indent="-397954" algn="just">
              <a:buSzPct val="85275"/>
              <a:buChar char="●"/>
            </a:pPr>
            <a:r>
              <a:rPr lang="en-GB" sz="1900" b="1" dirty="0">
                <a:latin typeface="Times New Roman" panose="02020603050405020304" pitchFamily="18" charset="0"/>
                <a:cs typeface="Times New Roman" panose="02020603050405020304" pitchFamily="18" charset="0"/>
              </a:rPr>
              <a:t>PEO3: </a:t>
            </a:r>
            <a:r>
              <a:rPr lang="en-US" sz="1900" dirty="0">
                <a:latin typeface="Times New Roman" panose="02020603050405020304" pitchFamily="18" charset="0"/>
                <a:cs typeface="Times New Roman" panose="02020603050405020304" pitchFamily="18" charset="0"/>
              </a:rPr>
              <a:t>Graduates will demonstrate leadership, teamwork, innovation, and entrepreneurship while developing sustainable computing solutions for society and industry.</a:t>
            </a:r>
            <a:endParaRPr sz="1900" dirty="0">
              <a:latin typeface="Times New Roman" panose="02020603050405020304" pitchFamily="18" charset="0"/>
              <a:cs typeface="Times New Roman" panose="02020603050405020304" pitchFamily="18" charset="0"/>
            </a:endParaRPr>
          </a:p>
          <a:p>
            <a:pPr indent="-397954" algn="just">
              <a:buSzPct val="85275"/>
              <a:buChar char="●"/>
            </a:pPr>
            <a:r>
              <a:rPr lang="en-GB" sz="1900" b="1" dirty="0">
                <a:latin typeface="Times New Roman" panose="02020603050405020304" pitchFamily="18" charset="0"/>
                <a:cs typeface="Times New Roman" panose="02020603050405020304" pitchFamily="18" charset="0"/>
              </a:rPr>
              <a:t>PEO4: </a:t>
            </a:r>
            <a:r>
              <a:rPr lang="en-US" sz="1900" dirty="0">
                <a:latin typeface="Times New Roman" panose="02020603050405020304" pitchFamily="18" charset="0"/>
                <a:cs typeface="Times New Roman" panose="02020603050405020304" pitchFamily="18" charset="0"/>
              </a:rPr>
              <a:t>Graduates will practice professional ethics, effective communication, and social responsibility while contributing positively to organizations and society.</a:t>
            </a:r>
            <a:endParaRPr sz="1900" dirty="0">
              <a:latin typeface="Times New Roman" panose="02020603050405020304" pitchFamily="18" charset="0"/>
              <a:cs typeface="Times New Roman" panose="02020603050405020304" pitchFamily="18" charset="0"/>
            </a:endParaRPr>
          </a:p>
          <a:p>
            <a:pPr indent="0"/>
            <a:endParaRPr sz="1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70CEFFC9-7FD0-2D03-B059-9996D0231A4A}"/>
              </a:ext>
            </a:extLst>
          </p:cNvPr>
          <p:cNvSpPr>
            <a:spLocks noGrp="1" noChangeArrowheads="1"/>
          </p:cNvSpPr>
          <p:nvPr>
            <p:ph type="title"/>
          </p:nvPr>
        </p:nvSpPr>
        <p:spPr>
          <a:xfrm>
            <a:off x="1208186" y="412749"/>
            <a:ext cx="10515600" cy="773113"/>
          </a:xfrm>
        </p:spPr>
        <p:txBody>
          <a:bodyPr/>
          <a:lstStyle/>
          <a:p>
            <a:pPr algn="ctr"/>
            <a:r>
              <a:rPr lang="en-US" altLang="en-US" b="1" dirty="0">
                <a:solidFill>
                  <a:srgbClr val="FF0000"/>
                </a:solidFill>
                <a:cs typeface="Times New Roman" panose="02020603050405020304" pitchFamily="18" charset="0"/>
              </a:rPr>
              <a:t>Need of Computer Programming? </a:t>
            </a:r>
            <a:endParaRPr lang="en-IN" altLang="en-US" b="1" dirty="0">
              <a:solidFill>
                <a:srgbClr val="FF0000"/>
              </a:solidFill>
              <a:cs typeface="Times New Roman" panose="02020603050405020304" pitchFamily="18" charset="0"/>
            </a:endParaRPr>
          </a:p>
        </p:txBody>
      </p:sp>
      <p:sp>
        <p:nvSpPr>
          <p:cNvPr id="3" name="Content Placeholder 2">
            <a:extLst>
              <a:ext uri="{FF2B5EF4-FFF2-40B4-BE49-F238E27FC236}">
                <a16:creationId xmlns:a16="http://schemas.microsoft.com/office/drawing/2014/main" id="{52903FA6-E1DC-E186-99D2-8D116404D9DA}"/>
              </a:ext>
            </a:extLst>
          </p:cNvPr>
          <p:cNvSpPr>
            <a:spLocks noGrp="1"/>
          </p:cNvSpPr>
          <p:nvPr>
            <p:ph idx="1"/>
          </p:nvPr>
        </p:nvSpPr>
        <p:spPr>
          <a:xfrm>
            <a:off x="363538" y="1344705"/>
            <a:ext cx="11653837" cy="5100545"/>
          </a:xfrm>
        </p:spPr>
        <p:txBody>
          <a:bodyPr>
            <a:noAutofit/>
          </a:bodyPr>
          <a:lstStyle/>
          <a:p>
            <a:pPr marL="0" indent="0" algn="just">
              <a:buNone/>
              <a:defRPr/>
            </a:pPr>
            <a:r>
              <a:rPr lang="en-US" sz="1900" dirty="0">
                <a:latin typeface="+mj-lt"/>
                <a:cs typeface="Times New Roman" panose="02020603050405020304" pitchFamily="18" charset="0"/>
              </a:rPr>
              <a:t>The need for computer programming :</a:t>
            </a:r>
          </a:p>
          <a:p>
            <a:pPr algn="just">
              <a:lnSpc>
                <a:spcPct val="150000"/>
              </a:lnSpc>
              <a:buFont typeface="Wingdings" panose="05000000000000000000" pitchFamily="2" charset="2"/>
              <a:buChar char="§"/>
              <a:defRPr/>
            </a:pPr>
            <a:r>
              <a:rPr lang="en-US" sz="2000" dirty="0">
                <a:latin typeface="+mj-lt"/>
                <a:cs typeface="Times New Roman" panose="02020603050405020304" pitchFamily="18" charset="0"/>
              </a:rPr>
              <a:t>Converts human logic into machine-executable instructions </a:t>
            </a:r>
          </a:p>
          <a:p>
            <a:pPr algn="just">
              <a:lnSpc>
                <a:spcPct val="150000"/>
              </a:lnSpc>
              <a:buFont typeface="Wingdings" panose="05000000000000000000" pitchFamily="2" charset="2"/>
              <a:buChar char="§"/>
              <a:defRPr/>
            </a:pPr>
            <a:r>
              <a:rPr lang="en-US" sz="2000" dirty="0">
                <a:latin typeface="+mj-lt"/>
                <a:cs typeface="Times New Roman" panose="02020603050405020304" pitchFamily="18" charset="0"/>
              </a:rPr>
              <a:t>Enables development of software, websites, and mobile applications </a:t>
            </a:r>
          </a:p>
          <a:p>
            <a:pPr algn="just">
              <a:lnSpc>
                <a:spcPct val="150000"/>
              </a:lnSpc>
              <a:buFont typeface="Wingdings" panose="05000000000000000000" pitchFamily="2" charset="2"/>
              <a:buChar char="§"/>
              <a:defRPr/>
            </a:pPr>
            <a:r>
              <a:rPr lang="en-US" sz="2000" dirty="0">
                <a:latin typeface="+mj-lt"/>
                <a:cs typeface="Times New Roman" panose="02020603050405020304" pitchFamily="18" charset="0"/>
              </a:rPr>
              <a:t>Automates repetitive and complex tasks </a:t>
            </a:r>
          </a:p>
          <a:p>
            <a:pPr algn="just">
              <a:lnSpc>
                <a:spcPct val="150000"/>
              </a:lnSpc>
              <a:buFont typeface="Wingdings" panose="05000000000000000000" pitchFamily="2" charset="2"/>
              <a:buChar char="§"/>
              <a:defRPr/>
            </a:pPr>
            <a:r>
              <a:rPr lang="en-US" sz="2000" dirty="0">
                <a:latin typeface="+mj-lt"/>
                <a:cs typeface="Times New Roman" panose="02020603050405020304" pitchFamily="18" charset="0"/>
              </a:rPr>
              <a:t>Solves real-world computational problems efficiently </a:t>
            </a:r>
          </a:p>
          <a:p>
            <a:pPr algn="just">
              <a:lnSpc>
                <a:spcPct val="150000"/>
              </a:lnSpc>
              <a:buFont typeface="Wingdings" panose="05000000000000000000" pitchFamily="2" charset="2"/>
              <a:buChar char="§"/>
              <a:defRPr/>
            </a:pPr>
            <a:r>
              <a:rPr lang="en-US" sz="2000" dirty="0">
                <a:latin typeface="+mj-lt"/>
                <a:cs typeface="Times New Roman" panose="02020603050405020304" pitchFamily="18" charset="0"/>
              </a:rPr>
              <a:t>Controls hardware devices and embedded systems </a:t>
            </a:r>
          </a:p>
          <a:p>
            <a:pPr algn="just">
              <a:lnSpc>
                <a:spcPct val="150000"/>
              </a:lnSpc>
              <a:buFont typeface="Wingdings" panose="05000000000000000000" pitchFamily="2" charset="2"/>
              <a:buChar char="§"/>
              <a:defRPr/>
            </a:pPr>
            <a:r>
              <a:rPr lang="en-US" sz="2000" dirty="0">
                <a:latin typeface="+mj-lt"/>
                <a:cs typeface="Times New Roman" panose="02020603050405020304" pitchFamily="18" charset="0"/>
              </a:rPr>
              <a:t>Facilitates communication between users and computers </a:t>
            </a:r>
          </a:p>
          <a:p>
            <a:pPr algn="just">
              <a:lnSpc>
                <a:spcPct val="150000"/>
              </a:lnSpc>
              <a:buFont typeface="Wingdings" panose="05000000000000000000" pitchFamily="2" charset="2"/>
              <a:buChar char="§"/>
              <a:defRPr/>
            </a:pPr>
            <a:r>
              <a:rPr lang="en-US" sz="2000" dirty="0">
                <a:latin typeface="+mj-lt"/>
                <a:cs typeface="Times New Roman" panose="02020603050405020304" pitchFamily="18" charset="0"/>
              </a:rPr>
              <a:t>Forms the foundation for emerging technologies such as AI, Data Science, IoT, and Cloud Computing </a:t>
            </a:r>
          </a:p>
          <a:p>
            <a:pPr marL="0" indent="0" algn="just">
              <a:buNone/>
              <a:defRPr/>
            </a:pPr>
            <a:endParaRPr lang="en-US" sz="1900" dirty="0">
              <a:latin typeface="+mj-lt"/>
              <a:cs typeface="Times New Roman" panose="02020603050405020304" pitchFamily="18" charset="0"/>
            </a:endParaRPr>
          </a:p>
          <a:p>
            <a:pPr marL="457200" indent="-457200" algn="just">
              <a:buFont typeface="Arial" panose="020B0604020202020204" pitchFamily="34" charset="0"/>
              <a:buAutoNum type="arabicPeriod"/>
              <a:defRPr/>
            </a:pPr>
            <a:endParaRPr lang="en-US" sz="1900" dirty="0">
              <a:latin typeface="+mj-lt"/>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33"/>
          <p:cNvSpPr txBox="1">
            <a:spLocks noGrp="1"/>
          </p:cNvSpPr>
          <p:nvPr>
            <p:ph type="title"/>
          </p:nvPr>
        </p:nvSpPr>
        <p:spPr>
          <a:xfrm>
            <a:off x="491665" y="921767"/>
            <a:ext cx="9325200" cy="590996"/>
          </a:xfrm>
          <a:prstGeom prst="rect">
            <a:avLst/>
          </a:prstGeom>
        </p:spPr>
        <p:txBody>
          <a:bodyPr spcFirstLastPara="1" vert="horz" wrap="square" lIns="0" tIns="0" rIns="0" bIns="0" numCol="1" anchor="t" anchorCtr="0" compatLnSpc="1">
            <a:prstTxWarp prst="textNoShape">
              <a:avLst/>
            </a:prstTxWarp>
            <a:spAutoFit/>
          </a:bodyPr>
          <a:lstStyle/>
          <a:p>
            <a:pPr marL="1219170" indent="609585"/>
            <a:r>
              <a:rPr lang="en-GB" dirty="0"/>
              <a:t>Course Overview &amp; Importance</a:t>
            </a:r>
            <a:endParaRPr dirty="0"/>
          </a:p>
        </p:txBody>
      </p:sp>
      <p:sp>
        <p:nvSpPr>
          <p:cNvPr id="181" name="Google Shape;181;p33"/>
          <p:cNvSpPr txBox="1"/>
          <p:nvPr/>
        </p:nvSpPr>
        <p:spPr>
          <a:xfrm>
            <a:off x="173620" y="1811300"/>
            <a:ext cx="11829327" cy="2877670"/>
          </a:xfrm>
          <a:prstGeom prst="rect">
            <a:avLst/>
          </a:prstGeom>
          <a:noFill/>
          <a:ln>
            <a:noFill/>
          </a:ln>
        </p:spPr>
        <p:txBody>
          <a:bodyPr spcFirstLastPara="1" wrap="square" lIns="121900" tIns="121900" rIns="121900" bIns="121900" anchor="t" anchorCtr="0">
            <a:spAutoFit/>
          </a:bodyPr>
          <a:lstStyle/>
          <a:p>
            <a:r>
              <a:rPr lang="en-US" sz="1900" b="1" dirty="0">
                <a:latin typeface="+mj-lt"/>
              </a:rPr>
              <a:t>Course Overview</a:t>
            </a:r>
          </a:p>
          <a:p>
            <a:endParaRPr lang="en-US" sz="1900" b="1" dirty="0">
              <a:latin typeface="+mj-lt"/>
            </a:endParaRPr>
          </a:p>
          <a:p>
            <a:r>
              <a:rPr lang="en-US" sz="1900" dirty="0">
                <a:latin typeface="+mj-lt"/>
              </a:rPr>
              <a:t>Computer Programming is a foundational course designed to introduce students to the principles of problem solving and software development using the C programming language. The course emphasizes algorithmic thinking, structured programming, and the implementation of efficient solutions to computational problems. Students will gain hands-on experience in writing, testing, debugging, and optimizing C programs while learning fundamental programming concepts that serve as the basis for advanced Computer Science courses. The knowledge and skills acquired in this course will enable students to develop reliable software solutions and establish a strong foundation for lifelong learning in computing.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9">
          <a:extLst>
            <a:ext uri="{FF2B5EF4-FFF2-40B4-BE49-F238E27FC236}">
              <a16:creationId xmlns:a16="http://schemas.microsoft.com/office/drawing/2014/main" id="{57840768-44D7-1884-D5D6-4C49DAC5FBA7}"/>
            </a:ext>
          </a:extLst>
        </p:cNvPr>
        <p:cNvGrpSpPr/>
        <p:nvPr/>
      </p:nvGrpSpPr>
      <p:grpSpPr>
        <a:xfrm>
          <a:off x="0" y="0"/>
          <a:ext cx="0" cy="0"/>
          <a:chOff x="0" y="0"/>
          <a:chExt cx="0" cy="0"/>
        </a:xfrm>
      </p:grpSpPr>
      <p:sp>
        <p:nvSpPr>
          <p:cNvPr id="180" name="Google Shape;180;p33">
            <a:extLst>
              <a:ext uri="{FF2B5EF4-FFF2-40B4-BE49-F238E27FC236}">
                <a16:creationId xmlns:a16="http://schemas.microsoft.com/office/drawing/2014/main" id="{76FE6C4D-252F-0EBE-27E1-67B5D59445AD}"/>
              </a:ext>
            </a:extLst>
          </p:cNvPr>
          <p:cNvSpPr txBox="1">
            <a:spLocks noGrp="1"/>
          </p:cNvSpPr>
          <p:nvPr>
            <p:ph type="title"/>
          </p:nvPr>
        </p:nvSpPr>
        <p:spPr>
          <a:xfrm>
            <a:off x="537881" y="894873"/>
            <a:ext cx="11116237" cy="590996"/>
          </a:xfrm>
          <a:prstGeom prst="rect">
            <a:avLst/>
          </a:prstGeom>
        </p:spPr>
        <p:txBody>
          <a:bodyPr spcFirstLastPara="1" vert="horz" wrap="square" lIns="0" tIns="0" rIns="0" bIns="0" numCol="1" anchor="t" anchorCtr="0" compatLnSpc="1">
            <a:prstTxWarp prst="textNoShape">
              <a:avLst/>
            </a:prstTxWarp>
            <a:spAutoFit/>
          </a:bodyPr>
          <a:lstStyle/>
          <a:p>
            <a:pPr marL="1219170" indent="609585" algn="ctr"/>
            <a:r>
              <a:rPr lang="en-GB" dirty="0"/>
              <a:t>Course Overview &amp; Importance(contd.)</a:t>
            </a:r>
            <a:endParaRPr dirty="0"/>
          </a:p>
        </p:txBody>
      </p:sp>
      <p:sp>
        <p:nvSpPr>
          <p:cNvPr id="181" name="Google Shape;181;p33">
            <a:extLst>
              <a:ext uri="{FF2B5EF4-FFF2-40B4-BE49-F238E27FC236}">
                <a16:creationId xmlns:a16="http://schemas.microsoft.com/office/drawing/2014/main" id="{1854EBE7-A643-32FF-982F-DEECDBE266B9}"/>
              </a:ext>
            </a:extLst>
          </p:cNvPr>
          <p:cNvSpPr txBox="1"/>
          <p:nvPr/>
        </p:nvSpPr>
        <p:spPr>
          <a:xfrm>
            <a:off x="173620" y="1811300"/>
            <a:ext cx="11829327" cy="2585283"/>
          </a:xfrm>
          <a:prstGeom prst="rect">
            <a:avLst/>
          </a:prstGeom>
          <a:noFill/>
          <a:ln>
            <a:noFill/>
          </a:ln>
        </p:spPr>
        <p:txBody>
          <a:bodyPr spcFirstLastPara="1" wrap="square" lIns="121900" tIns="121900" rIns="121900" bIns="121900" anchor="t" anchorCtr="0">
            <a:spAutoFit/>
          </a:bodyPr>
          <a:lstStyle/>
          <a:p>
            <a:r>
              <a:rPr lang="en-US" sz="1900" b="1" dirty="0">
                <a:latin typeface="+mj-lt"/>
              </a:rPr>
              <a:t>Importance</a:t>
            </a:r>
          </a:p>
          <a:p>
            <a:endParaRPr lang="en-US" sz="1900" b="1" dirty="0">
              <a:latin typeface="+mj-lt"/>
            </a:endParaRPr>
          </a:p>
          <a:p>
            <a:r>
              <a:rPr lang="en-US" sz="1900" dirty="0">
                <a:latin typeface="+mj-lt"/>
              </a:rPr>
              <a:t>Programming is one of the most fundamental skills in Computer Science and Engineering. It enables students to analyze problems, design logical solutions, and implement them using a structured programming approach. The knowledge of C programming serves as the foundation for advanced courses such as Data Structures, Operating Systems, Computer Networks, Database Management Systems, and Software Engineering. Moreover, proficiency in programming enhances analytical thinking, debugging skills, and computational problem-solving abilities, which are essential for software development, research, competitive programming, and careers in the IT industry.</a:t>
            </a:r>
          </a:p>
        </p:txBody>
      </p:sp>
    </p:spTree>
    <p:extLst>
      <p:ext uri="{BB962C8B-B14F-4D97-AF65-F5344CB8AC3E}">
        <p14:creationId xmlns:p14="http://schemas.microsoft.com/office/powerpoint/2010/main" val="971261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4"/>
          <p:cNvSpPr txBox="1">
            <a:spLocks noGrp="1"/>
          </p:cNvSpPr>
          <p:nvPr>
            <p:ph type="title"/>
          </p:nvPr>
        </p:nvSpPr>
        <p:spPr>
          <a:xfrm>
            <a:off x="140167" y="921767"/>
            <a:ext cx="8600000" cy="590996"/>
          </a:xfrm>
          <a:prstGeom prst="rect">
            <a:avLst/>
          </a:prstGeom>
        </p:spPr>
        <p:txBody>
          <a:bodyPr spcFirstLastPara="1" vert="horz" wrap="square" lIns="0" tIns="0" rIns="0" bIns="0" numCol="1" anchor="t" anchorCtr="0" compatLnSpc="1">
            <a:prstTxWarp prst="textNoShape">
              <a:avLst/>
            </a:prstTxWarp>
            <a:spAutoFit/>
          </a:bodyPr>
          <a:lstStyle/>
          <a:p>
            <a:pPr marL="3047924" indent="609585"/>
            <a:r>
              <a:rPr lang="en-GB"/>
              <a:t>Course Content  </a:t>
            </a:r>
            <a:endParaRPr/>
          </a:p>
        </p:txBody>
      </p:sp>
      <p:graphicFrame>
        <p:nvGraphicFramePr>
          <p:cNvPr id="5" name="Table 4">
            <a:extLst>
              <a:ext uri="{FF2B5EF4-FFF2-40B4-BE49-F238E27FC236}">
                <a16:creationId xmlns:a16="http://schemas.microsoft.com/office/drawing/2014/main" id="{B8BCACC9-73FF-CE5D-19D0-ED793AD55D7A}"/>
              </a:ext>
            </a:extLst>
          </p:cNvPr>
          <p:cNvGraphicFramePr>
            <a:graphicFrameLocks noGrp="1"/>
          </p:cNvGraphicFramePr>
          <p:nvPr>
            <p:extLst>
              <p:ext uri="{D42A27DB-BD31-4B8C-83A1-F6EECF244321}">
                <p14:modId xmlns:p14="http://schemas.microsoft.com/office/powerpoint/2010/main" val="1481026443"/>
              </p:ext>
            </p:extLst>
          </p:nvPr>
        </p:nvGraphicFramePr>
        <p:xfrm>
          <a:off x="537258" y="1964149"/>
          <a:ext cx="10515600" cy="2606040"/>
        </p:xfrm>
        <a:graphic>
          <a:graphicData uri="http://schemas.openxmlformats.org/drawingml/2006/table">
            <a:tbl>
              <a:tblPr/>
              <a:tblGrid>
                <a:gridCol w="1858701">
                  <a:extLst>
                    <a:ext uri="{9D8B030D-6E8A-4147-A177-3AD203B41FA5}">
                      <a16:colId xmlns:a16="http://schemas.microsoft.com/office/drawing/2014/main" val="389456013"/>
                    </a:ext>
                  </a:extLst>
                </a:gridCol>
                <a:gridCol w="2453833">
                  <a:extLst>
                    <a:ext uri="{9D8B030D-6E8A-4147-A177-3AD203B41FA5}">
                      <a16:colId xmlns:a16="http://schemas.microsoft.com/office/drawing/2014/main" val="2620034614"/>
                    </a:ext>
                  </a:extLst>
                </a:gridCol>
                <a:gridCol w="3574166">
                  <a:extLst>
                    <a:ext uri="{9D8B030D-6E8A-4147-A177-3AD203B41FA5}">
                      <a16:colId xmlns:a16="http://schemas.microsoft.com/office/drawing/2014/main" val="3885453832"/>
                    </a:ext>
                  </a:extLst>
                </a:gridCol>
                <a:gridCol w="2628900">
                  <a:extLst>
                    <a:ext uri="{9D8B030D-6E8A-4147-A177-3AD203B41FA5}">
                      <a16:colId xmlns:a16="http://schemas.microsoft.com/office/drawing/2014/main" val="3772509167"/>
                    </a:ext>
                  </a:extLst>
                </a:gridCol>
              </a:tblGrid>
              <a:tr h="0">
                <a:tc>
                  <a:txBody>
                    <a:bodyPr/>
                    <a:lstStyle/>
                    <a:p>
                      <a:pPr>
                        <a:buNone/>
                      </a:pPr>
                      <a:r>
                        <a:rPr lang="en-US" sz="1900" b="1" dirty="0"/>
                        <a:t>Unit</a:t>
                      </a: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b="1"/>
                        <a:t>Broad Topic</a:t>
                      </a:r>
                      <a:endParaRPr lang="en-US" sz="19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b="1"/>
                        <a:t>Sub-Topics &amp; Key Concepts</a:t>
                      </a:r>
                      <a:endParaRPr lang="en-US" sz="19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b="1"/>
                        <a:t>Practical Applications</a:t>
                      </a:r>
                      <a:endParaRPr lang="en-US" sz="19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67736795"/>
                  </a:ext>
                </a:extLst>
              </a:tr>
              <a:tr h="0">
                <a:tc>
                  <a:txBody>
                    <a:bodyPr/>
                    <a:lstStyle/>
                    <a:p>
                      <a:pPr>
                        <a:buNone/>
                      </a:pPr>
                      <a:r>
                        <a:rPr lang="en-US" sz="1900" b="1" dirty="0"/>
                        <a:t>Unit I</a:t>
                      </a: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Basics and Introduction to C</a:t>
                      </a: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C character set, Tokens, Identifiers, Keywords, Data Types, Constants, Variables, Operators (Arithmetic, Relational, Logical, Assignment, Conditional, Unary, Bitwise), Special Symbols</a:t>
                      </a: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Understand the fundamentals of C programming and develop simple programs using basic language constructs.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7913094"/>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5">
          <a:extLst>
            <a:ext uri="{FF2B5EF4-FFF2-40B4-BE49-F238E27FC236}">
              <a16:creationId xmlns:a16="http://schemas.microsoft.com/office/drawing/2014/main" id="{2E6B3754-DDB1-403C-D3EF-0B4B906B9FF2}"/>
            </a:ext>
          </a:extLst>
        </p:cNvPr>
        <p:cNvGrpSpPr/>
        <p:nvPr/>
      </p:nvGrpSpPr>
      <p:grpSpPr>
        <a:xfrm>
          <a:off x="0" y="0"/>
          <a:ext cx="0" cy="0"/>
          <a:chOff x="0" y="0"/>
          <a:chExt cx="0" cy="0"/>
        </a:xfrm>
      </p:grpSpPr>
      <p:sp>
        <p:nvSpPr>
          <p:cNvPr id="186" name="Google Shape;186;p34">
            <a:extLst>
              <a:ext uri="{FF2B5EF4-FFF2-40B4-BE49-F238E27FC236}">
                <a16:creationId xmlns:a16="http://schemas.microsoft.com/office/drawing/2014/main" id="{0D139855-F499-5133-6AF5-A3E37A7E516A}"/>
              </a:ext>
            </a:extLst>
          </p:cNvPr>
          <p:cNvSpPr txBox="1">
            <a:spLocks noGrp="1"/>
          </p:cNvSpPr>
          <p:nvPr>
            <p:ph type="title"/>
          </p:nvPr>
        </p:nvSpPr>
        <p:spPr>
          <a:xfrm>
            <a:off x="140167" y="921767"/>
            <a:ext cx="8600000" cy="590996"/>
          </a:xfrm>
          <a:prstGeom prst="rect">
            <a:avLst/>
          </a:prstGeom>
        </p:spPr>
        <p:txBody>
          <a:bodyPr spcFirstLastPara="1" vert="horz" wrap="square" lIns="0" tIns="0" rIns="0" bIns="0" numCol="1" anchor="t" anchorCtr="0" compatLnSpc="1">
            <a:prstTxWarp prst="textNoShape">
              <a:avLst/>
            </a:prstTxWarp>
            <a:spAutoFit/>
          </a:bodyPr>
          <a:lstStyle/>
          <a:p>
            <a:pPr marL="3047924" indent="609585"/>
            <a:r>
              <a:rPr lang="en-GB"/>
              <a:t>Course Content  </a:t>
            </a:r>
            <a:endParaRPr/>
          </a:p>
        </p:txBody>
      </p:sp>
      <p:graphicFrame>
        <p:nvGraphicFramePr>
          <p:cNvPr id="2" name="Table 1">
            <a:extLst>
              <a:ext uri="{FF2B5EF4-FFF2-40B4-BE49-F238E27FC236}">
                <a16:creationId xmlns:a16="http://schemas.microsoft.com/office/drawing/2014/main" id="{91C92F69-4900-232D-FFCD-747175BE4181}"/>
              </a:ext>
            </a:extLst>
          </p:cNvPr>
          <p:cNvGraphicFramePr>
            <a:graphicFrameLocks noGrp="1"/>
          </p:cNvGraphicFramePr>
          <p:nvPr>
            <p:extLst>
              <p:ext uri="{D42A27DB-BD31-4B8C-83A1-F6EECF244321}">
                <p14:modId xmlns:p14="http://schemas.microsoft.com/office/powerpoint/2010/main" val="3837823195"/>
              </p:ext>
            </p:extLst>
          </p:nvPr>
        </p:nvGraphicFramePr>
        <p:xfrm>
          <a:off x="710878" y="1618211"/>
          <a:ext cx="10515600" cy="3215640"/>
        </p:xfrm>
        <a:graphic>
          <a:graphicData uri="http://schemas.openxmlformats.org/drawingml/2006/table">
            <a:tbl>
              <a:tblPr/>
              <a:tblGrid>
                <a:gridCol w="1847127">
                  <a:extLst>
                    <a:ext uri="{9D8B030D-6E8A-4147-A177-3AD203B41FA5}">
                      <a16:colId xmlns:a16="http://schemas.microsoft.com/office/drawing/2014/main" val="1990361972"/>
                    </a:ext>
                  </a:extLst>
                </a:gridCol>
                <a:gridCol w="2858947">
                  <a:extLst>
                    <a:ext uri="{9D8B030D-6E8A-4147-A177-3AD203B41FA5}">
                      <a16:colId xmlns:a16="http://schemas.microsoft.com/office/drawing/2014/main" val="3861674077"/>
                    </a:ext>
                  </a:extLst>
                </a:gridCol>
                <a:gridCol w="3180626">
                  <a:extLst>
                    <a:ext uri="{9D8B030D-6E8A-4147-A177-3AD203B41FA5}">
                      <a16:colId xmlns:a16="http://schemas.microsoft.com/office/drawing/2014/main" val="1363154922"/>
                    </a:ext>
                  </a:extLst>
                </a:gridCol>
                <a:gridCol w="2628900">
                  <a:extLst>
                    <a:ext uri="{9D8B030D-6E8A-4147-A177-3AD203B41FA5}">
                      <a16:colId xmlns:a16="http://schemas.microsoft.com/office/drawing/2014/main" val="3804915"/>
                    </a:ext>
                  </a:extLst>
                </a:gridCol>
              </a:tblGrid>
              <a:tr h="0">
                <a:tc>
                  <a:txBody>
                    <a:bodyPr/>
                    <a:lstStyle/>
                    <a:p>
                      <a:pPr>
                        <a:buNone/>
                      </a:pPr>
                      <a:r>
                        <a:rPr lang="en-US" sz="1900" b="1"/>
                        <a:t>Unit</a:t>
                      </a:r>
                      <a:endParaRPr lang="en-US" sz="19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b="1"/>
                        <a:t>Broad Topic</a:t>
                      </a:r>
                      <a:endParaRPr lang="en-US" sz="19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b="1"/>
                        <a:t>Sub-Topics &amp; Key Concepts</a:t>
                      </a:r>
                      <a:endParaRPr lang="en-US" sz="19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b="1"/>
                        <a:t>Practical Applications</a:t>
                      </a:r>
                      <a:endParaRPr lang="en-US" sz="19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0061321"/>
                  </a:ext>
                </a:extLst>
              </a:tr>
              <a:tr h="0">
                <a:tc>
                  <a:txBody>
                    <a:bodyPr/>
                    <a:lstStyle/>
                    <a:p>
                      <a:pPr>
                        <a:buNone/>
                      </a:pPr>
                      <a:r>
                        <a:rPr lang="en-US" sz="1900" b="1"/>
                        <a:t>Unit II</a:t>
                      </a:r>
                      <a:endParaRPr lang="en-US" sz="19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Control Structures &amp; Input/Output Functions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Conditional Statements (if, if-else, nested if, else-if ladder, switch), Looping (for, while, do-while), Jump Statements (break, continue, </a:t>
                      </a:r>
                      <a:r>
                        <a:rPr lang="en-US" sz="2000" dirty="0" err="1"/>
                        <a:t>goto</a:t>
                      </a:r>
                      <a:r>
                        <a:rPr lang="en-US" sz="2000" dirty="0"/>
                        <a:t>, return), Structured Programming, Type Conversion, </a:t>
                      </a:r>
                      <a:r>
                        <a:rPr lang="en-US" sz="2000" dirty="0" err="1"/>
                        <a:t>printf</a:t>
                      </a:r>
                      <a:r>
                        <a:rPr lang="en-US" sz="2000" dirty="0"/>
                        <a:t>() and </a:t>
                      </a:r>
                      <a:r>
                        <a:rPr lang="en-US" sz="2000" dirty="0" err="1"/>
                        <a:t>scanf</a:t>
                      </a:r>
                      <a:r>
                        <a:rPr lang="en-US" sz="2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Develop logical decision-making skills and design structured C programs using control statements and standard I/O functions.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6549695"/>
                  </a:ext>
                </a:extLst>
              </a:tr>
            </a:tbl>
          </a:graphicData>
        </a:graphic>
      </p:graphicFrame>
    </p:spTree>
    <p:extLst>
      <p:ext uri="{BB962C8B-B14F-4D97-AF65-F5344CB8AC3E}">
        <p14:creationId xmlns:p14="http://schemas.microsoft.com/office/powerpoint/2010/main" val="39548117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5">
          <a:extLst>
            <a:ext uri="{FF2B5EF4-FFF2-40B4-BE49-F238E27FC236}">
              <a16:creationId xmlns:a16="http://schemas.microsoft.com/office/drawing/2014/main" id="{ED64534D-102C-49D2-4018-25A11590B9DB}"/>
            </a:ext>
          </a:extLst>
        </p:cNvPr>
        <p:cNvGrpSpPr/>
        <p:nvPr/>
      </p:nvGrpSpPr>
      <p:grpSpPr>
        <a:xfrm>
          <a:off x="0" y="0"/>
          <a:ext cx="0" cy="0"/>
          <a:chOff x="0" y="0"/>
          <a:chExt cx="0" cy="0"/>
        </a:xfrm>
      </p:grpSpPr>
      <p:sp>
        <p:nvSpPr>
          <p:cNvPr id="186" name="Google Shape;186;p34">
            <a:extLst>
              <a:ext uri="{FF2B5EF4-FFF2-40B4-BE49-F238E27FC236}">
                <a16:creationId xmlns:a16="http://schemas.microsoft.com/office/drawing/2014/main" id="{220ECA33-2AF0-859D-E140-F74494DA9933}"/>
              </a:ext>
            </a:extLst>
          </p:cNvPr>
          <p:cNvSpPr txBox="1">
            <a:spLocks noGrp="1"/>
          </p:cNvSpPr>
          <p:nvPr>
            <p:ph type="title"/>
          </p:nvPr>
        </p:nvSpPr>
        <p:spPr>
          <a:xfrm>
            <a:off x="140167" y="921767"/>
            <a:ext cx="8600000" cy="590996"/>
          </a:xfrm>
          <a:prstGeom prst="rect">
            <a:avLst/>
          </a:prstGeom>
        </p:spPr>
        <p:txBody>
          <a:bodyPr spcFirstLastPara="1" vert="horz" wrap="square" lIns="0" tIns="0" rIns="0" bIns="0" numCol="1" anchor="t" anchorCtr="0" compatLnSpc="1">
            <a:prstTxWarp prst="textNoShape">
              <a:avLst/>
            </a:prstTxWarp>
            <a:spAutoFit/>
          </a:bodyPr>
          <a:lstStyle/>
          <a:p>
            <a:pPr marL="3047924" indent="609585"/>
            <a:r>
              <a:rPr lang="en-GB"/>
              <a:t>Course Content  </a:t>
            </a:r>
            <a:endParaRPr/>
          </a:p>
        </p:txBody>
      </p:sp>
      <p:graphicFrame>
        <p:nvGraphicFramePr>
          <p:cNvPr id="2" name="Table 1">
            <a:extLst>
              <a:ext uri="{FF2B5EF4-FFF2-40B4-BE49-F238E27FC236}">
                <a16:creationId xmlns:a16="http://schemas.microsoft.com/office/drawing/2014/main" id="{44C34D36-0E0B-1155-84E6-B08283D53D75}"/>
              </a:ext>
            </a:extLst>
          </p:cNvPr>
          <p:cNvGraphicFramePr>
            <a:graphicFrameLocks noGrp="1"/>
          </p:cNvGraphicFramePr>
          <p:nvPr>
            <p:extLst>
              <p:ext uri="{D42A27DB-BD31-4B8C-83A1-F6EECF244321}">
                <p14:modId xmlns:p14="http://schemas.microsoft.com/office/powerpoint/2010/main" val="1350147715"/>
              </p:ext>
            </p:extLst>
          </p:nvPr>
        </p:nvGraphicFramePr>
        <p:xfrm>
          <a:off x="838200" y="1838131"/>
          <a:ext cx="10515600" cy="2209800"/>
        </p:xfrm>
        <a:graphic>
          <a:graphicData uri="http://schemas.openxmlformats.org/drawingml/2006/table">
            <a:tbl>
              <a:tblPr/>
              <a:tblGrid>
                <a:gridCol w="1627208">
                  <a:extLst>
                    <a:ext uri="{9D8B030D-6E8A-4147-A177-3AD203B41FA5}">
                      <a16:colId xmlns:a16="http://schemas.microsoft.com/office/drawing/2014/main" val="2595207078"/>
                    </a:ext>
                  </a:extLst>
                </a:gridCol>
                <a:gridCol w="2314936">
                  <a:extLst>
                    <a:ext uri="{9D8B030D-6E8A-4147-A177-3AD203B41FA5}">
                      <a16:colId xmlns:a16="http://schemas.microsoft.com/office/drawing/2014/main" val="3108729611"/>
                    </a:ext>
                  </a:extLst>
                </a:gridCol>
                <a:gridCol w="3944556">
                  <a:extLst>
                    <a:ext uri="{9D8B030D-6E8A-4147-A177-3AD203B41FA5}">
                      <a16:colId xmlns:a16="http://schemas.microsoft.com/office/drawing/2014/main" val="4106415488"/>
                    </a:ext>
                  </a:extLst>
                </a:gridCol>
                <a:gridCol w="2628900">
                  <a:extLst>
                    <a:ext uri="{9D8B030D-6E8A-4147-A177-3AD203B41FA5}">
                      <a16:colId xmlns:a16="http://schemas.microsoft.com/office/drawing/2014/main" val="756649866"/>
                    </a:ext>
                  </a:extLst>
                </a:gridCol>
              </a:tblGrid>
              <a:tr h="0">
                <a:tc>
                  <a:txBody>
                    <a:bodyPr/>
                    <a:lstStyle/>
                    <a:p>
                      <a:pPr>
                        <a:buNone/>
                      </a:pPr>
                      <a:r>
                        <a:rPr lang="en-US" sz="1900" b="1"/>
                        <a:t>Unit</a:t>
                      </a:r>
                      <a:endParaRPr lang="en-US" sz="19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b="1" dirty="0"/>
                        <a:t>Broad Topic</a:t>
                      </a: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b="1"/>
                        <a:t>Sub-Topics &amp; Key Concepts</a:t>
                      </a:r>
                      <a:endParaRPr lang="en-US" sz="19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b="1"/>
                        <a:t>Practical Applications</a:t>
                      </a:r>
                      <a:endParaRPr lang="en-US" sz="19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0483493"/>
                  </a:ext>
                </a:extLst>
              </a:tr>
              <a:tr h="0">
                <a:tc>
                  <a:txBody>
                    <a:bodyPr/>
                    <a:lstStyle/>
                    <a:p>
                      <a:pPr>
                        <a:buNone/>
                      </a:pPr>
                      <a:r>
                        <a:rPr lang="en-US" sz="1900" b="1" dirty="0"/>
                        <a:t>Unit III</a:t>
                      </a: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dirty="0"/>
                        <a:t>User-Defined Functions</a:t>
                      </a:r>
                    </a:p>
                    <a:p>
                      <a:pPr>
                        <a:buNone/>
                      </a:pP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dirty="0"/>
                        <a:t>Function Declaration, Definition and Call, Function Prototypes, Parameter Passing, Call by Value, Call by Reference, Local &amp; Global Scope, Standard Math Library Functions</a:t>
                      </a:r>
                    </a:p>
                    <a:p>
                      <a:pPr>
                        <a:buNone/>
                      </a:pP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dirty="0"/>
                        <a:t>Learn modular programming techniques and implement reusable, well-structured C programs.</a:t>
                      </a:r>
                    </a:p>
                    <a:p>
                      <a:pPr>
                        <a:buNone/>
                      </a:pP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4657122"/>
                  </a:ext>
                </a:extLst>
              </a:tr>
            </a:tbl>
          </a:graphicData>
        </a:graphic>
      </p:graphicFrame>
    </p:spTree>
    <p:extLst>
      <p:ext uri="{BB962C8B-B14F-4D97-AF65-F5344CB8AC3E}">
        <p14:creationId xmlns:p14="http://schemas.microsoft.com/office/powerpoint/2010/main" val="33376221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5">
          <a:extLst>
            <a:ext uri="{FF2B5EF4-FFF2-40B4-BE49-F238E27FC236}">
              <a16:creationId xmlns:a16="http://schemas.microsoft.com/office/drawing/2014/main" id="{88338D4B-DF0D-D3D4-FC66-5F4594ECB66F}"/>
            </a:ext>
          </a:extLst>
        </p:cNvPr>
        <p:cNvGrpSpPr/>
        <p:nvPr/>
      </p:nvGrpSpPr>
      <p:grpSpPr>
        <a:xfrm>
          <a:off x="0" y="0"/>
          <a:ext cx="0" cy="0"/>
          <a:chOff x="0" y="0"/>
          <a:chExt cx="0" cy="0"/>
        </a:xfrm>
      </p:grpSpPr>
      <p:sp>
        <p:nvSpPr>
          <p:cNvPr id="186" name="Google Shape;186;p34">
            <a:extLst>
              <a:ext uri="{FF2B5EF4-FFF2-40B4-BE49-F238E27FC236}">
                <a16:creationId xmlns:a16="http://schemas.microsoft.com/office/drawing/2014/main" id="{C51FB9F9-74D5-40E0-D299-AEB768034C0C}"/>
              </a:ext>
            </a:extLst>
          </p:cNvPr>
          <p:cNvSpPr txBox="1">
            <a:spLocks noGrp="1"/>
          </p:cNvSpPr>
          <p:nvPr>
            <p:ph type="title"/>
          </p:nvPr>
        </p:nvSpPr>
        <p:spPr>
          <a:xfrm>
            <a:off x="140167" y="921767"/>
            <a:ext cx="8600000" cy="590996"/>
          </a:xfrm>
          <a:prstGeom prst="rect">
            <a:avLst/>
          </a:prstGeom>
        </p:spPr>
        <p:txBody>
          <a:bodyPr spcFirstLastPara="1" vert="horz" wrap="square" lIns="0" tIns="0" rIns="0" bIns="0" numCol="1" anchor="t" anchorCtr="0" compatLnSpc="1">
            <a:prstTxWarp prst="textNoShape">
              <a:avLst/>
            </a:prstTxWarp>
            <a:spAutoFit/>
          </a:bodyPr>
          <a:lstStyle/>
          <a:p>
            <a:pPr marL="3047924" indent="609585"/>
            <a:r>
              <a:rPr lang="en-GB" dirty="0"/>
              <a:t>Course Content  </a:t>
            </a:r>
            <a:endParaRPr dirty="0"/>
          </a:p>
        </p:txBody>
      </p:sp>
      <p:graphicFrame>
        <p:nvGraphicFramePr>
          <p:cNvPr id="2" name="Table 1">
            <a:extLst>
              <a:ext uri="{FF2B5EF4-FFF2-40B4-BE49-F238E27FC236}">
                <a16:creationId xmlns:a16="http://schemas.microsoft.com/office/drawing/2014/main" id="{77A9C637-68F5-DDA8-2B92-E3C96AB73B36}"/>
              </a:ext>
            </a:extLst>
          </p:cNvPr>
          <p:cNvGraphicFramePr>
            <a:graphicFrameLocks noGrp="1"/>
          </p:cNvGraphicFramePr>
          <p:nvPr>
            <p:extLst>
              <p:ext uri="{D42A27DB-BD31-4B8C-83A1-F6EECF244321}">
                <p14:modId xmlns:p14="http://schemas.microsoft.com/office/powerpoint/2010/main" val="632218887"/>
              </p:ext>
            </p:extLst>
          </p:nvPr>
        </p:nvGraphicFramePr>
        <p:xfrm>
          <a:off x="734028" y="2075990"/>
          <a:ext cx="10515600" cy="2788920"/>
        </p:xfrm>
        <a:graphic>
          <a:graphicData uri="http://schemas.openxmlformats.org/drawingml/2006/table">
            <a:tbl>
              <a:tblPr/>
              <a:tblGrid>
                <a:gridCol w="1627207">
                  <a:extLst>
                    <a:ext uri="{9D8B030D-6E8A-4147-A177-3AD203B41FA5}">
                      <a16:colId xmlns:a16="http://schemas.microsoft.com/office/drawing/2014/main" val="2232693507"/>
                    </a:ext>
                  </a:extLst>
                </a:gridCol>
                <a:gridCol w="2743200">
                  <a:extLst>
                    <a:ext uri="{9D8B030D-6E8A-4147-A177-3AD203B41FA5}">
                      <a16:colId xmlns:a16="http://schemas.microsoft.com/office/drawing/2014/main" val="1518728472"/>
                    </a:ext>
                  </a:extLst>
                </a:gridCol>
                <a:gridCol w="3516293">
                  <a:extLst>
                    <a:ext uri="{9D8B030D-6E8A-4147-A177-3AD203B41FA5}">
                      <a16:colId xmlns:a16="http://schemas.microsoft.com/office/drawing/2014/main" val="2037901285"/>
                    </a:ext>
                  </a:extLst>
                </a:gridCol>
                <a:gridCol w="2628900">
                  <a:extLst>
                    <a:ext uri="{9D8B030D-6E8A-4147-A177-3AD203B41FA5}">
                      <a16:colId xmlns:a16="http://schemas.microsoft.com/office/drawing/2014/main" val="3766047291"/>
                    </a:ext>
                  </a:extLst>
                </a:gridCol>
              </a:tblGrid>
              <a:tr h="0">
                <a:tc>
                  <a:txBody>
                    <a:bodyPr/>
                    <a:lstStyle/>
                    <a:p>
                      <a:pPr>
                        <a:buNone/>
                      </a:pPr>
                      <a:r>
                        <a:rPr lang="en-US" sz="1900" b="1"/>
                        <a:t>Unit</a:t>
                      </a:r>
                      <a:endParaRPr lang="en-US" sz="19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b="1"/>
                        <a:t>Broad Topic</a:t>
                      </a:r>
                      <a:endParaRPr lang="en-US" sz="19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b="1"/>
                        <a:t>Sub-Topics &amp; Key Concepts</a:t>
                      </a:r>
                      <a:endParaRPr lang="en-US" sz="19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b="1"/>
                        <a:t>Practical Applications</a:t>
                      </a:r>
                      <a:endParaRPr lang="en-US" sz="19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5359258"/>
                  </a:ext>
                </a:extLst>
              </a:tr>
              <a:tr h="0">
                <a:tc>
                  <a:txBody>
                    <a:bodyPr/>
                    <a:lstStyle/>
                    <a:p>
                      <a:pPr>
                        <a:buNone/>
                      </a:pPr>
                      <a:r>
                        <a:rPr lang="en-US" sz="1900" b="1" dirty="0"/>
                        <a:t>Unit IV</a:t>
                      </a: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Arrays and Pointers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dirty="0"/>
                        <a:t>One-Dimensional Arrays, Memory Allocation of Arrays, Array Operations (Insertion, Deletion, Linear Search), Pointer Declaration &amp; Initialization, Types of Pointers, Pointer to Pointer, Pointer to Array</a:t>
                      </a:r>
                    </a:p>
                    <a:p>
                      <a:pPr>
                        <a:buNone/>
                      </a:pP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dirty="0"/>
                        <a:t>Apply arrays and pointers for efficient data storage, manipulation, and memory access.</a:t>
                      </a:r>
                    </a:p>
                    <a:p>
                      <a:pPr>
                        <a:buNone/>
                      </a:pP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5448267"/>
                  </a:ext>
                </a:extLst>
              </a:tr>
            </a:tbl>
          </a:graphicData>
        </a:graphic>
      </p:graphicFrame>
    </p:spTree>
    <p:extLst>
      <p:ext uri="{BB962C8B-B14F-4D97-AF65-F5344CB8AC3E}">
        <p14:creationId xmlns:p14="http://schemas.microsoft.com/office/powerpoint/2010/main" val="33723216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5">
          <a:extLst>
            <a:ext uri="{FF2B5EF4-FFF2-40B4-BE49-F238E27FC236}">
              <a16:creationId xmlns:a16="http://schemas.microsoft.com/office/drawing/2014/main" id="{0858615A-63A7-25E8-D037-48AE48463EB2}"/>
            </a:ext>
          </a:extLst>
        </p:cNvPr>
        <p:cNvGrpSpPr/>
        <p:nvPr/>
      </p:nvGrpSpPr>
      <p:grpSpPr>
        <a:xfrm>
          <a:off x="0" y="0"/>
          <a:ext cx="0" cy="0"/>
          <a:chOff x="0" y="0"/>
          <a:chExt cx="0" cy="0"/>
        </a:xfrm>
      </p:grpSpPr>
      <p:sp>
        <p:nvSpPr>
          <p:cNvPr id="186" name="Google Shape;186;p34">
            <a:extLst>
              <a:ext uri="{FF2B5EF4-FFF2-40B4-BE49-F238E27FC236}">
                <a16:creationId xmlns:a16="http://schemas.microsoft.com/office/drawing/2014/main" id="{8111319F-A76C-836B-8451-B6E36F4D547F}"/>
              </a:ext>
            </a:extLst>
          </p:cNvPr>
          <p:cNvSpPr txBox="1">
            <a:spLocks noGrp="1"/>
          </p:cNvSpPr>
          <p:nvPr>
            <p:ph type="title"/>
          </p:nvPr>
        </p:nvSpPr>
        <p:spPr>
          <a:xfrm>
            <a:off x="140167" y="921767"/>
            <a:ext cx="8600000" cy="590996"/>
          </a:xfrm>
          <a:prstGeom prst="rect">
            <a:avLst/>
          </a:prstGeom>
        </p:spPr>
        <p:txBody>
          <a:bodyPr spcFirstLastPara="1" vert="horz" wrap="square" lIns="0" tIns="0" rIns="0" bIns="0" numCol="1" anchor="t" anchorCtr="0" compatLnSpc="1">
            <a:prstTxWarp prst="textNoShape">
              <a:avLst/>
            </a:prstTxWarp>
            <a:spAutoFit/>
          </a:bodyPr>
          <a:lstStyle/>
          <a:p>
            <a:pPr marL="3047924" indent="609585"/>
            <a:r>
              <a:rPr lang="en-GB"/>
              <a:t>Course Content  </a:t>
            </a:r>
            <a:endParaRPr/>
          </a:p>
        </p:txBody>
      </p:sp>
      <p:graphicFrame>
        <p:nvGraphicFramePr>
          <p:cNvPr id="2" name="Table 1">
            <a:extLst>
              <a:ext uri="{FF2B5EF4-FFF2-40B4-BE49-F238E27FC236}">
                <a16:creationId xmlns:a16="http://schemas.microsoft.com/office/drawing/2014/main" id="{AC79BE82-F4CF-3ED2-3ACA-1E26BEC3CCC3}"/>
              </a:ext>
            </a:extLst>
          </p:cNvPr>
          <p:cNvGraphicFramePr>
            <a:graphicFrameLocks noGrp="1"/>
          </p:cNvGraphicFramePr>
          <p:nvPr>
            <p:extLst>
              <p:ext uri="{D42A27DB-BD31-4B8C-83A1-F6EECF244321}">
                <p14:modId xmlns:p14="http://schemas.microsoft.com/office/powerpoint/2010/main" val="2609261767"/>
              </p:ext>
            </p:extLst>
          </p:nvPr>
        </p:nvGraphicFramePr>
        <p:xfrm>
          <a:off x="838200" y="1663208"/>
          <a:ext cx="10515600" cy="2910840"/>
        </p:xfrm>
        <a:graphic>
          <a:graphicData uri="http://schemas.openxmlformats.org/drawingml/2006/table">
            <a:tbl>
              <a:tblPr/>
              <a:tblGrid>
                <a:gridCol w="1442013">
                  <a:extLst>
                    <a:ext uri="{9D8B030D-6E8A-4147-A177-3AD203B41FA5}">
                      <a16:colId xmlns:a16="http://schemas.microsoft.com/office/drawing/2014/main" val="1187562713"/>
                    </a:ext>
                  </a:extLst>
                </a:gridCol>
                <a:gridCol w="3020992">
                  <a:extLst>
                    <a:ext uri="{9D8B030D-6E8A-4147-A177-3AD203B41FA5}">
                      <a16:colId xmlns:a16="http://schemas.microsoft.com/office/drawing/2014/main" val="2006681636"/>
                    </a:ext>
                  </a:extLst>
                </a:gridCol>
                <a:gridCol w="3423695">
                  <a:extLst>
                    <a:ext uri="{9D8B030D-6E8A-4147-A177-3AD203B41FA5}">
                      <a16:colId xmlns:a16="http://schemas.microsoft.com/office/drawing/2014/main" val="1378351743"/>
                    </a:ext>
                  </a:extLst>
                </a:gridCol>
                <a:gridCol w="2628900">
                  <a:extLst>
                    <a:ext uri="{9D8B030D-6E8A-4147-A177-3AD203B41FA5}">
                      <a16:colId xmlns:a16="http://schemas.microsoft.com/office/drawing/2014/main" val="4217795771"/>
                    </a:ext>
                  </a:extLst>
                </a:gridCol>
              </a:tblGrid>
              <a:tr h="0">
                <a:tc>
                  <a:txBody>
                    <a:bodyPr/>
                    <a:lstStyle/>
                    <a:p>
                      <a:pPr>
                        <a:buNone/>
                      </a:pPr>
                      <a:r>
                        <a:rPr lang="en-US" sz="1900" b="1"/>
                        <a:t>Unit</a:t>
                      </a:r>
                      <a:endParaRPr lang="en-US" sz="19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b="1"/>
                        <a:t>Broad Topic</a:t>
                      </a:r>
                      <a:endParaRPr lang="en-US" sz="19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b="1"/>
                        <a:t>Sub-Topics &amp; Key Concepts</a:t>
                      </a:r>
                      <a:endParaRPr lang="en-US" sz="19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b="1"/>
                        <a:t>Practical Applications</a:t>
                      </a:r>
                      <a:endParaRPr lang="en-US" sz="19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71221802"/>
                  </a:ext>
                </a:extLst>
              </a:tr>
              <a:tr h="0">
                <a:tc>
                  <a:txBody>
                    <a:bodyPr/>
                    <a:lstStyle/>
                    <a:p>
                      <a:pPr>
                        <a:buNone/>
                      </a:pPr>
                      <a:r>
                        <a:rPr lang="en-US" sz="1900" b="1" dirty="0"/>
                        <a:t>Unit V</a:t>
                      </a: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dirty="0"/>
                        <a:t>Dynamic Memory Management &amp; Strings</a:t>
                      </a:r>
                    </a:p>
                    <a:p>
                      <a:pPr>
                        <a:buNone/>
                      </a:pP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Dynamic Memory Allocation (malloc(), </a:t>
                      </a:r>
                      <a:r>
                        <a:rPr lang="en-US" sz="2000" dirty="0" err="1"/>
                        <a:t>calloc</a:t>
                      </a:r>
                      <a:r>
                        <a:rPr lang="en-US" sz="2000" dirty="0"/>
                        <a:t>(), </a:t>
                      </a:r>
                      <a:r>
                        <a:rPr lang="en-US" sz="2000" dirty="0" err="1"/>
                        <a:t>realloc</a:t>
                      </a:r>
                      <a:r>
                        <a:rPr lang="en-US" sz="2000" dirty="0"/>
                        <a:t>(), free()), Memory Leaks, String Declaration, Input/Output, String Library Functions (</a:t>
                      </a:r>
                      <a:r>
                        <a:rPr lang="en-US" sz="2000" dirty="0" err="1"/>
                        <a:t>strcmp</a:t>
                      </a:r>
                      <a:r>
                        <a:rPr lang="en-US" sz="2000" dirty="0"/>
                        <a:t>(), </a:t>
                      </a:r>
                      <a:r>
                        <a:rPr lang="en-US" sz="2000" dirty="0" err="1"/>
                        <a:t>strcpy</a:t>
                      </a:r>
                      <a:r>
                        <a:rPr lang="en-US" sz="2000" dirty="0"/>
                        <a:t>(), </a:t>
                      </a:r>
                      <a:r>
                        <a:rPr lang="en-US" sz="2000" dirty="0" err="1"/>
                        <a:t>strcat</a:t>
                      </a:r>
                      <a:r>
                        <a:rPr lang="en-US" sz="2000" dirty="0"/>
                        <a:t>(), </a:t>
                      </a:r>
                      <a:r>
                        <a:rPr lang="en-US" sz="2000" dirty="0" err="1"/>
                        <a:t>strlen</a:t>
                      </a:r>
                      <a:r>
                        <a:rPr lang="en-US" sz="2000" dirty="0"/>
                        <a:t>(), etc.)</a:t>
                      </a:r>
                    </a:p>
                    <a:p>
                      <a:pPr>
                        <a:buNone/>
                      </a:pPr>
                      <a:endParaRPr 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Develop programs that efficiently manage memory and perform string processing using library functions.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3336635"/>
                  </a:ext>
                </a:extLst>
              </a:tr>
            </a:tbl>
          </a:graphicData>
        </a:graphic>
      </p:graphicFrame>
    </p:spTree>
    <p:extLst>
      <p:ext uri="{BB962C8B-B14F-4D97-AF65-F5344CB8AC3E}">
        <p14:creationId xmlns:p14="http://schemas.microsoft.com/office/powerpoint/2010/main" val="3352828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5">
          <a:extLst>
            <a:ext uri="{FF2B5EF4-FFF2-40B4-BE49-F238E27FC236}">
              <a16:creationId xmlns:a16="http://schemas.microsoft.com/office/drawing/2014/main" id="{F0494F78-D568-11A7-5F96-B743F2A57308}"/>
            </a:ext>
          </a:extLst>
        </p:cNvPr>
        <p:cNvGrpSpPr/>
        <p:nvPr/>
      </p:nvGrpSpPr>
      <p:grpSpPr>
        <a:xfrm>
          <a:off x="0" y="0"/>
          <a:ext cx="0" cy="0"/>
          <a:chOff x="0" y="0"/>
          <a:chExt cx="0" cy="0"/>
        </a:xfrm>
      </p:grpSpPr>
      <p:sp>
        <p:nvSpPr>
          <p:cNvPr id="186" name="Google Shape;186;p34">
            <a:extLst>
              <a:ext uri="{FF2B5EF4-FFF2-40B4-BE49-F238E27FC236}">
                <a16:creationId xmlns:a16="http://schemas.microsoft.com/office/drawing/2014/main" id="{3966BFE1-7CFB-6ADB-E4C2-EF4E5ACFEFC6}"/>
              </a:ext>
            </a:extLst>
          </p:cNvPr>
          <p:cNvSpPr txBox="1">
            <a:spLocks noGrp="1"/>
          </p:cNvSpPr>
          <p:nvPr>
            <p:ph type="title"/>
          </p:nvPr>
        </p:nvSpPr>
        <p:spPr>
          <a:xfrm>
            <a:off x="140167" y="921767"/>
            <a:ext cx="8600000" cy="590996"/>
          </a:xfrm>
          <a:prstGeom prst="rect">
            <a:avLst/>
          </a:prstGeom>
        </p:spPr>
        <p:txBody>
          <a:bodyPr spcFirstLastPara="1" vert="horz" wrap="square" lIns="0" tIns="0" rIns="0" bIns="0" numCol="1" anchor="t" anchorCtr="0" compatLnSpc="1">
            <a:prstTxWarp prst="textNoShape">
              <a:avLst/>
            </a:prstTxWarp>
            <a:spAutoFit/>
          </a:bodyPr>
          <a:lstStyle/>
          <a:p>
            <a:pPr marL="3047924" indent="609585"/>
            <a:r>
              <a:rPr lang="en-GB"/>
              <a:t>Course Content  </a:t>
            </a:r>
            <a:endParaRPr/>
          </a:p>
        </p:txBody>
      </p:sp>
      <p:graphicFrame>
        <p:nvGraphicFramePr>
          <p:cNvPr id="2" name="Table 1">
            <a:extLst>
              <a:ext uri="{FF2B5EF4-FFF2-40B4-BE49-F238E27FC236}">
                <a16:creationId xmlns:a16="http://schemas.microsoft.com/office/drawing/2014/main" id="{27C7D683-658C-75C0-B26F-48823F567445}"/>
              </a:ext>
            </a:extLst>
          </p:cNvPr>
          <p:cNvGraphicFramePr>
            <a:graphicFrameLocks noGrp="1"/>
          </p:cNvGraphicFramePr>
          <p:nvPr>
            <p:extLst>
              <p:ext uri="{D42A27DB-BD31-4B8C-83A1-F6EECF244321}">
                <p14:modId xmlns:p14="http://schemas.microsoft.com/office/powerpoint/2010/main" val="4069183401"/>
              </p:ext>
            </p:extLst>
          </p:nvPr>
        </p:nvGraphicFramePr>
        <p:xfrm>
          <a:off x="838200" y="1663208"/>
          <a:ext cx="10515600" cy="2301240"/>
        </p:xfrm>
        <a:graphic>
          <a:graphicData uri="http://schemas.openxmlformats.org/drawingml/2006/table">
            <a:tbl>
              <a:tblPr/>
              <a:tblGrid>
                <a:gridCol w="1442013">
                  <a:extLst>
                    <a:ext uri="{9D8B030D-6E8A-4147-A177-3AD203B41FA5}">
                      <a16:colId xmlns:a16="http://schemas.microsoft.com/office/drawing/2014/main" val="1187562713"/>
                    </a:ext>
                  </a:extLst>
                </a:gridCol>
                <a:gridCol w="3020992">
                  <a:extLst>
                    <a:ext uri="{9D8B030D-6E8A-4147-A177-3AD203B41FA5}">
                      <a16:colId xmlns:a16="http://schemas.microsoft.com/office/drawing/2014/main" val="2006681636"/>
                    </a:ext>
                  </a:extLst>
                </a:gridCol>
                <a:gridCol w="3423695">
                  <a:extLst>
                    <a:ext uri="{9D8B030D-6E8A-4147-A177-3AD203B41FA5}">
                      <a16:colId xmlns:a16="http://schemas.microsoft.com/office/drawing/2014/main" val="1378351743"/>
                    </a:ext>
                  </a:extLst>
                </a:gridCol>
                <a:gridCol w="2628900">
                  <a:extLst>
                    <a:ext uri="{9D8B030D-6E8A-4147-A177-3AD203B41FA5}">
                      <a16:colId xmlns:a16="http://schemas.microsoft.com/office/drawing/2014/main" val="4217795771"/>
                    </a:ext>
                  </a:extLst>
                </a:gridCol>
              </a:tblGrid>
              <a:tr h="0">
                <a:tc>
                  <a:txBody>
                    <a:bodyPr/>
                    <a:lstStyle/>
                    <a:p>
                      <a:pPr>
                        <a:buNone/>
                      </a:pPr>
                      <a:r>
                        <a:rPr lang="en-US" sz="1900" b="1"/>
                        <a:t>Unit</a:t>
                      </a:r>
                      <a:endParaRPr lang="en-US" sz="19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b="1"/>
                        <a:t>Broad Topic</a:t>
                      </a:r>
                      <a:endParaRPr lang="en-US" sz="19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b="1"/>
                        <a:t>Sub-Topics &amp; Key Concepts</a:t>
                      </a:r>
                      <a:endParaRPr lang="en-US" sz="19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b="1"/>
                        <a:t>Practical Applications</a:t>
                      </a:r>
                      <a:endParaRPr lang="en-US" sz="19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71221802"/>
                  </a:ext>
                </a:extLst>
              </a:tr>
              <a:tr h="0">
                <a:tc>
                  <a:txBody>
                    <a:bodyPr/>
                    <a:lstStyle/>
                    <a:p>
                      <a:pPr>
                        <a:buNone/>
                      </a:pPr>
                      <a:r>
                        <a:rPr lang="en-US" sz="1900" b="1" dirty="0"/>
                        <a:t>Unit VI</a:t>
                      </a: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dirty="0"/>
                        <a:t>User-Defined Data Types</a:t>
                      </a:r>
                    </a:p>
                    <a:p>
                      <a:pPr>
                        <a:buNone/>
                      </a:pP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Structures, Nested Structures, Arrays of Structures, Unions, Structure vs Union</a:t>
                      </a:r>
                    </a:p>
                    <a:p>
                      <a:pPr>
                        <a:buNone/>
                      </a:pPr>
                      <a:endParaRPr 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Design applications using user-defined data types to represent and manipulate complex data efficiently.</a:t>
                      </a:r>
                    </a:p>
                    <a:p>
                      <a:pPr>
                        <a:buNone/>
                      </a:pPr>
                      <a:endParaRPr 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3336635"/>
                  </a:ext>
                </a:extLst>
              </a:tr>
            </a:tbl>
          </a:graphicData>
        </a:graphic>
      </p:graphicFrame>
    </p:spTree>
    <p:extLst>
      <p:ext uri="{BB962C8B-B14F-4D97-AF65-F5344CB8AC3E}">
        <p14:creationId xmlns:p14="http://schemas.microsoft.com/office/powerpoint/2010/main" val="20093907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0AF0CB-21DF-4962-B2F0-F955BECBF1DB}"/>
              </a:ext>
            </a:extLst>
          </p:cNvPr>
          <p:cNvSpPr>
            <a:spLocks noGrp="1"/>
          </p:cNvSpPr>
          <p:nvPr>
            <p:ph idx="1"/>
          </p:nvPr>
        </p:nvSpPr>
        <p:spPr>
          <a:xfrm>
            <a:off x="838200" y="1542820"/>
            <a:ext cx="10515600" cy="4908779"/>
          </a:xfrm>
        </p:spPr>
        <p:txBody>
          <a:bodyPr/>
          <a:lstStyle/>
          <a:p>
            <a:pPr marL="0" indent="0">
              <a:buNone/>
            </a:pPr>
            <a:r>
              <a:rPr lang="en-US" sz="2000" b="1" dirty="0"/>
              <a:t>1. Develop C Programs using Formatted Input/Output Functions</a:t>
            </a:r>
          </a:p>
          <a:p>
            <a:pPr marL="0" indent="0">
              <a:buNone/>
            </a:pPr>
            <a:r>
              <a:rPr lang="en-US" sz="2000" dirty="0"/>
              <a:t>Design simple C programs using </a:t>
            </a:r>
            <a:r>
              <a:rPr lang="en-US" sz="2000" dirty="0" err="1"/>
              <a:t>printf</a:t>
            </a:r>
            <a:r>
              <a:rPr lang="en-US" sz="2000" dirty="0"/>
              <a:t>() and </a:t>
            </a:r>
            <a:r>
              <a:rPr lang="en-US" sz="2000" dirty="0" err="1"/>
              <a:t>scanf</a:t>
            </a:r>
            <a:r>
              <a:rPr lang="en-US" sz="2000" dirty="0"/>
              <a:t>() to perform input, output, and basic arithmetic operations. Demonstrate the use of formatted input/output for effective user interaction.</a:t>
            </a:r>
          </a:p>
          <a:p>
            <a:pPr marL="0" indent="0">
              <a:buNone/>
            </a:pPr>
            <a:endParaRPr lang="en-US" sz="2000" b="1" dirty="0"/>
          </a:p>
          <a:p>
            <a:pPr marL="0" indent="0">
              <a:buNone/>
            </a:pPr>
            <a:r>
              <a:rPr lang="en-US" sz="2000" b="1" dirty="0"/>
              <a:t>2. Design Programs using User-Defined Functions</a:t>
            </a:r>
          </a:p>
          <a:p>
            <a:pPr marL="0" indent="0">
              <a:buNone/>
            </a:pPr>
            <a:r>
              <a:rPr lang="en-US" sz="2000" dirty="0"/>
              <a:t>Develop C programs to explore different function prototypes, function definitions, and function calls. Analyze the implementation of modular programming using user-defined functions.</a:t>
            </a:r>
          </a:p>
          <a:p>
            <a:pPr marL="0" indent="0">
              <a:buNone/>
            </a:pPr>
            <a:endParaRPr lang="en-US" sz="2000" dirty="0"/>
          </a:p>
          <a:p>
            <a:pPr marL="0" indent="0">
              <a:buNone/>
            </a:pPr>
            <a:r>
              <a:rPr lang="en-US" sz="2000" b="1" dirty="0"/>
              <a:t>3. Build Applications to Demonstrate Function Calling Mechanisms</a:t>
            </a:r>
          </a:p>
          <a:p>
            <a:pPr marL="0" indent="0">
              <a:buNone/>
            </a:pPr>
            <a:r>
              <a:rPr lang="en-US" sz="2000" dirty="0"/>
              <a:t>Implement programs to compare Call by Value and Call by Reference techniques. Evaluate how different parameter-passing mechanisms affect program execution.</a:t>
            </a:r>
          </a:p>
        </p:txBody>
      </p:sp>
      <p:sp>
        <p:nvSpPr>
          <p:cNvPr id="5" name="Google Shape;197;g3f827cf3a84_2_15">
            <a:extLst>
              <a:ext uri="{FF2B5EF4-FFF2-40B4-BE49-F238E27FC236}">
                <a16:creationId xmlns:a16="http://schemas.microsoft.com/office/drawing/2014/main" id="{34D29988-F8B9-ED20-0B13-D47F9705DDFE}"/>
              </a:ext>
            </a:extLst>
          </p:cNvPr>
          <p:cNvSpPr txBox="1">
            <a:spLocks noGrp="1"/>
          </p:cNvSpPr>
          <p:nvPr>
            <p:ph type="title"/>
          </p:nvPr>
        </p:nvSpPr>
        <p:spPr>
          <a:xfrm>
            <a:off x="2538359" y="717541"/>
            <a:ext cx="6450000" cy="507831"/>
          </a:xfrm>
          <a:prstGeom prst="rect">
            <a:avLst/>
          </a:prstGeom>
          <a:noFill/>
          <a:ln>
            <a:noFill/>
          </a:ln>
        </p:spPr>
        <p:txBody>
          <a:bodyPr spcFirstLastPara="1" wrap="square" lIns="0" tIns="0" rIns="0" bIns="0" anchor="t" anchorCtr="0">
            <a:spAutoFit/>
          </a:bodyPr>
          <a:lstStyle/>
          <a:p>
            <a:pPr marL="2286000" lvl="0" indent="457200" algn="l" rtl="0">
              <a:lnSpc>
                <a:spcPct val="100000"/>
              </a:lnSpc>
              <a:spcBef>
                <a:spcPts val="0"/>
              </a:spcBef>
              <a:spcAft>
                <a:spcPts val="0"/>
              </a:spcAft>
              <a:buSzPts val="1400"/>
              <a:buNone/>
            </a:pPr>
            <a:r>
              <a:rPr lang="en-GB" dirty="0">
                <a:solidFill>
                  <a:srgbClr val="FF0000"/>
                </a:solidFill>
              </a:rPr>
              <a:t>List of Practicals  </a:t>
            </a:r>
            <a:endParaRPr dirty="0">
              <a:solidFill>
                <a:srgbClr val="FF0000"/>
              </a:solidFill>
            </a:endParaRPr>
          </a:p>
        </p:txBody>
      </p:sp>
    </p:spTree>
    <p:extLst>
      <p:ext uri="{BB962C8B-B14F-4D97-AF65-F5344CB8AC3E}">
        <p14:creationId xmlns:p14="http://schemas.microsoft.com/office/powerpoint/2010/main" val="2183316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9BC6B-C2E8-13E0-9F8B-E4EF1D4349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1D6303-66D0-8691-9052-A65EB81285D2}"/>
              </a:ext>
            </a:extLst>
          </p:cNvPr>
          <p:cNvSpPr>
            <a:spLocks noGrp="1"/>
          </p:cNvSpPr>
          <p:nvPr>
            <p:ph type="title"/>
          </p:nvPr>
        </p:nvSpPr>
        <p:spPr>
          <a:xfrm>
            <a:off x="838200" y="812800"/>
            <a:ext cx="10515600" cy="591794"/>
          </a:xfrm>
        </p:spPr>
        <p:txBody>
          <a:bodyPr/>
          <a:lstStyle/>
          <a:p>
            <a:pPr algn="ctr"/>
            <a:r>
              <a:rPr lang="en-GB" sz="3200" dirty="0">
                <a:solidFill>
                  <a:srgbClr val="FF0000"/>
                </a:solidFill>
              </a:rPr>
              <a:t>List of Practicals </a:t>
            </a:r>
            <a:endParaRPr lang="en-IN" sz="3200" dirty="0"/>
          </a:p>
        </p:txBody>
      </p:sp>
      <p:sp>
        <p:nvSpPr>
          <p:cNvPr id="3" name="Content Placeholder 2">
            <a:extLst>
              <a:ext uri="{FF2B5EF4-FFF2-40B4-BE49-F238E27FC236}">
                <a16:creationId xmlns:a16="http://schemas.microsoft.com/office/drawing/2014/main" id="{3FD31DC5-1264-793D-AAA1-250F46E255E1}"/>
              </a:ext>
            </a:extLst>
          </p:cNvPr>
          <p:cNvSpPr>
            <a:spLocks noGrp="1"/>
          </p:cNvSpPr>
          <p:nvPr>
            <p:ph idx="1"/>
          </p:nvPr>
        </p:nvSpPr>
        <p:spPr>
          <a:xfrm>
            <a:off x="838200" y="1542820"/>
            <a:ext cx="10515600" cy="4827499"/>
          </a:xfrm>
        </p:spPr>
        <p:txBody>
          <a:bodyPr/>
          <a:lstStyle/>
          <a:p>
            <a:pPr marL="0" indent="0">
              <a:buNone/>
            </a:pPr>
            <a:r>
              <a:rPr lang="en-US" sz="2000" b="1" dirty="0"/>
              <a:t>4. Develop Programs using Mathematical Library Functions</a:t>
            </a:r>
          </a:p>
          <a:p>
            <a:pPr marL="0" indent="0">
              <a:buNone/>
            </a:pPr>
            <a:r>
              <a:rPr lang="en-US" sz="2000" dirty="0"/>
              <a:t>Design applications utilizing standard mathematical functions such as sqrt(), pow(), abs(), ceil(), floor(), round(), and </a:t>
            </a:r>
            <a:r>
              <a:rPr lang="en-US" sz="2000" dirty="0" err="1"/>
              <a:t>trunc</a:t>
            </a:r>
            <a:r>
              <a:rPr lang="en-US" sz="2000" dirty="0"/>
              <a:t>() to solve computational problems.</a:t>
            </a:r>
          </a:p>
          <a:p>
            <a:pPr marL="0" indent="0">
              <a:buNone/>
            </a:pPr>
            <a:endParaRPr lang="en-US" sz="2000" dirty="0"/>
          </a:p>
          <a:p>
            <a:pPr marL="0" indent="0">
              <a:buNone/>
            </a:pPr>
            <a:r>
              <a:rPr lang="en-US" sz="2000" b="1" dirty="0"/>
              <a:t>5. Design Programs using Arrays and Pointers</a:t>
            </a:r>
          </a:p>
          <a:p>
            <a:pPr marL="0" indent="0">
              <a:buNone/>
            </a:pPr>
            <a:r>
              <a:rPr lang="en-US" sz="2000" dirty="0"/>
              <a:t>Develop programs to demonstrate memory allocation of one-dimensional arrays, perform insertion, deletion, and linear search, and analyze the relationship between arrays and pointers.</a:t>
            </a:r>
          </a:p>
          <a:p>
            <a:pPr marL="0" indent="0">
              <a:buNone/>
            </a:pPr>
            <a:endParaRPr lang="en-US" sz="2000" dirty="0"/>
          </a:p>
          <a:p>
            <a:pPr marL="0" indent="0">
              <a:buNone/>
            </a:pPr>
            <a:r>
              <a:rPr lang="en-US" sz="2000" b="1" dirty="0"/>
              <a:t>6. Build Applications using Dynamic Memory Management</a:t>
            </a:r>
          </a:p>
          <a:p>
            <a:pPr marL="0" indent="0">
              <a:buNone/>
            </a:pPr>
            <a:r>
              <a:rPr lang="en-US" sz="2000" dirty="0"/>
              <a:t>Implement programs using malloc(), </a:t>
            </a:r>
            <a:r>
              <a:rPr lang="en-US" sz="2000" dirty="0" err="1"/>
              <a:t>calloc</a:t>
            </a:r>
            <a:r>
              <a:rPr lang="en-US" sz="2000" dirty="0"/>
              <a:t>(), </a:t>
            </a:r>
            <a:r>
              <a:rPr lang="en-US" sz="2000" dirty="0" err="1"/>
              <a:t>realloc</a:t>
            </a:r>
            <a:r>
              <a:rPr lang="en-US" sz="2000" dirty="0"/>
              <a:t>(), and free() to dynamically allocate and deallocate memory. Analyze memory management techniques and identify memory leak scenarios.</a:t>
            </a:r>
          </a:p>
          <a:p>
            <a:pPr marL="0" indent="0">
              <a:buNone/>
            </a:pPr>
            <a:endParaRPr lang="en-US" sz="2000" dirty="0"/>
          </a:p>
        </p:txBody>
      </p:sp>
    </p:spTree>
    <p:extLst>
      <p:ext uri="{BB962C8B-B14F-4D97-AF65-F5344CB8AC3E}">
        <p14:creationId xmlns:p14="http://schemas.microsoft.com/office/powerpoint/2010/main" val="26589309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CB217-5DEB-725F-96D2-BB6370E949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32BCD3-F888-929D-28A0-CE78111D73A6}"/>
              </a:ext>
            </a:extLst>
          </p:cNvPr>
          <p:cNvSpPr>
            <a:spLocks noGrp="1"/>
          </p:cNvSpPr>
          <p:nvPr>
            <p:ph type="title"/>
          </p:nvPr>
        </p:nvSpPr>
        <p:spPr>
          <a:xfrm>
            <a:off x="838200" y="812800"/>
            <a:ext cx="10515600" cy="591794"/>
          </a:xfrm>
        </p:spPr>
        <p:txBody>
          <a:bodyPr/>
          <a:lstStyle/>
          <a:p>
            <a:pPr algn="ctr"/>
            <a:r>
              <a:rPr lang="en-GB" sz="3200" dirty="0">
                <a:solidFill>
                  <a:srgbClr val="FF0000"/>
                </a:solidFill>
              </a:rPr>
              <a:t>List of Practicals </a:t>
            </a:r>
            <a:endParaRPr lang="en-IN" sz="3200" dirty="0"/>
          </a:p>
        </p:txBody>
      </p:sp>
      <p:sp>
        <p:nvSpPr>
          <p:cNvPr id="3" name="Content Placeholder 2">
            <a:extLst>
              <a:ext uri="{FF2B5EF4-FFF2-40B4-BE49-F238E27FC236}">
                <a16:creationId xmlns:a16="http://schemas.microsoft.com/office/drawing/2014/main" id="{06A28CBE-E41D-2E4B-B0A7-BA7D677C61D5}"/>
              </a:ext>
            </a:extLst>
          </p:cNvPr>
          <p:cNvSpPr>
            <a:spLocks noGrp="1"/>
          </p:cNvSpPr>
          <p:nvPr>
            <p:ph idx="1"/>
          </p:nvPr>
        </p:nvSpPr>
        <p:spPr>
          <a:xfrm>
            <a:off x="838200" y="1404593"/>
            <a:ext cx="10515600" cy="5007781"/>
          </a:xfrm>
        </p:spPr>
        <p:txBody>
          <a:bodyPr/>
          <a:lstStyle/>
          <a:p>
            <a:pPr marL="0" indent="0" algn="just">
              <a:buNone/>
            </a:pPr>
            <a:r>
              <a:rPr lang="en-US" sz="1900" b="1" dirty="0">
                <a:latin typeface="+mj-lt"/>
              </a:rPr>
              <a:t>7. Develop String Processing Applications</a:t>
            </a:r>
          </a:p>
          <a:p>
            <a:pPr marL="0" indent="0" algn="just">
              <a:buNone/>
            </a:pPr>
            <a:r>
              <a:rPr lang="en-US" sz="1900" dirty="0">
                <a:latin typeface="+mj-lt"/>
              </a:rPr>
              <a:t>Design C programs using standard string library functions such as </a:t>
            </a:r>
            <a:r>
              <a:rPr lang="en-US" sz="1900" dirty="0" err="1">
                <a:latin typeface="+mj-lt"/>
              </a:rPr>
              <a:t>strcmp</a:t>
            </a:r>
            <a:r>
              <a:rPr lang="en-US" sz="1900" dirty="0">
                <a:latin typeface="+mj-lt"/>
              </a:rPr>
              <a:t>(), </a:t>
            </a:r>
            <a:r>
              <a:rPr lang="en-US" sz="1900" dirty="0" err="1">
                <a:latin typeface="+mj-lt"/>
              </a:rPr>
              <a:t>strcpy</a:t>
            </a:r>
            <a:r>
              <a:rPr lang="en-US" sz="1900" dirty="0">
                <a:latin typeface="+mj-lt"/>
              </a:rPr>
              <a:t>(), </a:t>
            </a:r>
            <a:r>
              <a:rPr lang="en-US" sz="1900" dirty="0" err="1">
                <a:latin typeface="+mj-lt"/>
              </a:rPr>
              <a:t>strcat</a:t>
            </a:r>
            <a:r>
              <a:rPr lang="en-US" sz="1900" dirty="0">
                <a:latin typeface="+mj-lt"/>
              </a:rPr>
              <a:t>(), </a:t>
            </a:r>
            <a:r>
              <a:rPr lang="en-US" sz="1900" dirty="0" err="1">
                <a:latin typeface="+mj-lt"/>
              </a:rPr>
              <a:t>strncmp</a:t>
            </a:r>
            <a:r>
              <a:rPr lang="en-US" sz="1900" dirty="0">
                <a:latin typeface="+mj-lt"/>
              </a:rPr>
              <a:t>(), </a:t>
            </a:r>
            <a:r>
              <a:rPr lang="en-US" sz="1900" dirty="0" err="1">
                <a:latin typeface="+mj-lt"/>
              </a:rPr>
              <a:t>strncpy</a:t>
            </a:r>
            <a:r>
              <a:rPr lang="en-US" sz="1900" dirty="0">
                <a:latin typeface="+mj-lt"/>
              </a:rPr>
              <a:t>(), and </a:t>
            </a:r>
            <a:r>
              <a:rPr lang="en-US" sz="1900" dirty="0" err="1">
                <a:latin typeface="+mj-lt"/>
              </a:rPr>
              <a:t>strlen</a:t>
            </a:r>
            <a:r>
              <a:rPr lang="en-US" sz="1900" dirty="0">
                <a:latin typeface="+mj-lt"/>
              </a:rPr>
              <a:t>() to perform common string manipulation tasks.</a:t>
            </a:r>
          </a:p>
          <a:p>
            <a:pPr marL="0" indent="0" algn="just">
              <a:buNone/>
            </a:pPr>
            <a:endParaRPr lang="en-US" sz="1900" b="1" dirty="0">
              <a:latin typeface="+mj-lt"/>
            </a:endParaRPr>
          </a:p>
          <a:p>
            <a:pPr marL="0" indent="0" algn="just">
              <a:buNone/>
            </a:pPr>
            <a:r>
              <a:rPr lang="en-US" sz="1900" b="1" dirty="0">
                <a:latin typeface="+mj-lt"/>
              </a:rPr>
              <a:t>8. Design Applications using Structures and Unions</a:t>
            </a:r>
          </a:p>
          <a:p>
            <a:pPr marL="0" indent="0" algn="just">
              <a:buNone/>
            </a:pPr>
            <a:r>
              <a:rPr lang="en-US" sz="1900" dirty="0">
                <a:latin typeface="+mj-lt"/>
              </a:rPr>
              <a:t>Develop programs to demonstrate structures, nested structures, and compare structures and unions for representing user-defined data efficiently.</a:t>
            </a:r>
          </a:p>
        </p:txBody>
      </p:sp>
    </p:spTree>
    <p:extLst>
      <p:ext uri="{BB962C8B-B14F-4D97-AF65-F5344CB8AC3E}">
        <p14:creationId xmlns:p14="http://schemas.microsoft.com/office/powerpoint/2010/main" val="33533937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7"/>
          <p:cNvSpPr txBox="1">
            <a:spLocks noGrp="1"/>
          </p:cNvSpPr>
          <p:nvPr>
            <p:ph type="title"/>
          </p:nvPr>
        </p:nvSpPr>
        <p:spPr>
          <a:xfrm>
            <a:off x="3451600" y="661789"/>
            <a:ext cx="5288800" cy="590996"/>
          </a:xfrm>
          <a:prstGeom prst="rect">
            <a:avLst/>
          </a:prstGeom>
        </p:spPr>
        <p:txBody>
          <a:bodyPr spcFirstLastPara="1" vert="horz" wrap="square" lIns="0" tIns="0" rIns="0" bIns="0" numCol="1" anchor="t" anchorCtr="0" compatLnSpc="1">
            <a:prstTxWarp prst="textNoShape">
              <a:avLst/>
            </a:prstTxWarp>
            <a:spAutoFit/>
          </a:bodyPr>
          <a:lstStyle/>
          <a:p>
            <a:r>
              <a:rPr lang="en-GB" dirty="0"/>
              <a:t>Innovative Pedagogies</a:t>
            </a:r>
            <a:endParaRPr dirty="0"/>
          </a:p>
        </p:txBody>
      </p:sp>
      <p:sp>
        <p:nvSpPr>
          <p:cNvPr id="3" name="TextBox 2">
            <a:extLst>
              <a:ext uri="{FF2B5EF4-FFF2-40B4-BE49-F238E27FC236}">
                <a16:creationId xmlns:a16="http://schemas.microsoft.com/office/drawing/2014/main" id="{93D81C23-E267-DA16-593C-792072522664}"/>
              </a:ext>
            </a:extLst>
          </p:cNvPr>
          <p:cNvSpPr txBox="1"/>
          <p:nvPr/>
        </p:nvSpPr>
        <p:spPr>
          <a:xfrm>
            <a:off x="1057834" y="1627216"/>
            <a:ext cx="10497671" cy="4766946"/>
          </a:xfrm>
          <a:prstGeom prst="rect">
            <a:avLst/>
          </a:prstGeom>
          <a:noFill/>
        </p:spPr>
        <p:txBody>
          <a:bodyPr wrap="square">
            <a:spAutoFit/>
          </a:bodyPr>
          <a:lstStyle/>
          <a:p>
            <a:r>
              <a:rPr lang="en-IN" sz="2000" b="1" dirty="0">
                <a:latin typeface="+mj-lt"/>
              </a:rPr>
              <a:t>Think–Pair–Share + Computational Problem Solving:</a:t>
            </a:r>
            <a:r>
              <a:rPr lang="en-IN" sz="2000" dirty="0">
                <a:latin typeface="+mj-lt"/>
              </a:rPr>
              <a:t> Students </a:t>
            </a:r>
            <a:r>
              <a:rPr lang="en-IN" sz="2000" dirty="0" err="1">
                <a:latin typeface="+mj-lt"/>
              </a:rPr>
              <a:t>analyze</a:t>
            </a:r>
            <a:r>
              <a:rPr lang="en-IN" sz="2000" dirty="0">
                <a:latin typeface="+mj-lt"/>
              </a:rPr>
              <a:t> real-world computational problems (student result processing, banking transactions, billing systems, and pattern generation) and collaboratively design efficient algorithms before implementing them using structured C programming concepts.</a:t>
            </a:r>
          </a:p>
          <a:p>
            <a:endParaRPr lang="en-IN" sz="2000" dirty="0">
              <a:latin typeface="+mj-lt"/>
            </a:endParaRPr>
          </a:p>
          <a:p>
            <a:r>
              <a:rPr lang="en-IN" sz="2000" b="1" dirty="0">
                <a:latin typeface="+mj-lt"/>
              </a:rPr>
              <a:t>Case-Based Learning (CBL) + Live Coding Demonstrations:</a:t>
            </a:r>
            <a:r>
              <a:rPr lang="en-IN" sz="2000" dirty="0">
                <a:latin typeface="+mj-lt"/>
              </a:rPr>
              <a:t> Explore control structures, functions, arrays, pointers, and user-defined data types through live coding sessions and case studies to compare different programming approaches for solving practical problems such as record management, menu-driven applications, and data processing.</a:t>
            </a:r>
          </a:p>
          <a:p>
            <a:endParaRPr lang="en-IN" sz="2000" dirty="0">
              <a:latin typeface="+mj-lt"/>
            </a:endParaRPr>
          </a:p>
          <a:p>
            <a:r>
              <a:rPr lang="en-IN" sz="2000" b="1" dirty="0">
                <a:latin typeface="+mj-lt"/>
              </a:rPr>
              <a:t>Challenge-Based Learning + Mini Programming Project:</a:t>
            </a:r>
            <a:r>
              <a:rPr lang="en-IN" sz="2000" dirty="0">
                <a:latin typeface="+mj-lt"/>
              </a:rPr>
              <a:t> Design and develop applications such as a Student Information Management System, Contact Management System, Library Management System, Banking Application, or File-Based Record Management System using the C programming language, followed by code review, peer evaluation, and presentation.</a:t>
            </a:r>
          </a:p>
          <a:p>
            <a:pPr marL="381000" indent="-381000" algn="just">
              <a:lnSpc>
                <a:spcPct val="150000"/>
              </a:lnSpc>
              <a:buFont typeface="Arial" panose="020B0604020202020204" pitchFamily="34" charset="0"/>
              <a:buChar char="•"/>
            </a:pPr>
            <a:endParaRPr lang="en-US" sz="1800" dirty="0">
              <a:solidFill>
                <a:schemeClr val="dk1"/>
              </a:solidFill>
              <a:latin typeface="+mj-l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41"/>
          <p:cNvSpPr txBox="1">
            <a:spLocks noGrp="1"/>
          </p:cNvSpPr>
          <p:nvPr>
            <p:ph type="title"/>
          </p:nvPr>
        </p:nvSpPr>
        <p:spPr>
          <a:xfrm>
            <a:off x="1751308" y="934400"/>
            <a:ext cx="8694549" cy="492443"/>
          </a:xfrm>
          <a:prstGeom prst="rect">
            <a:avLst/>
          </a:prstGeom>
          <a:noFill/>
          <a:ln>
            <a:noFill/>
          </a:ln>
        </p:spPr>
        <p:txBody>
          <a:bodyPr spcFirstLastPara="1" vert="horz" wrap="square" lIns="0" tIns="0" rIns="0" bIns="0" numCol="1" anchor="t" anchorCtr="0" compatLnSpc="1">
            <a:prstTxWarp prst="textNoShape">
              <a:avLst/>
            </a:prstTxWarp>
            <a:spAutoFit/>
          </a:bodyPr>
          <a:lstStyle/>
          <a:p>
            <a:pPr>
              <a:lnSpc>
                <a:spcPct val="100000"/>
              </a:lnSpc>
            </a:pPr>
            <a:r>
              <a:rPr lang="en-US" sz="3200" dirty="0">
                <a:latin typeface="+mj-lt"/>
              </a:rPr>
              <a:t>Assessment &amp; Evaluation Framework</a:t>
            </a:r>
            <a:endParaRPr sz="3200" dirty="0">
              <a:latin typeface="+mj-lt"/>
            </a:endParaRPr>
          </a:p>
        </p:txBody>
      </p:sp>
      <p:graphicFrame>
        <p:nvGraphicFramePr>
          <p:cNvPr id="274" name="Google Shape;274;p41"/>
          <p:cNvGraphicFramePr/>
          <p:nvPr>
            <p:extLst>
              <p:ext uri="{D42A27DB-BD31-4B8C-83A1-F6EECF244321}">
                <p14:modId xmlns:p14="http://schemas.microsoft.com/office/powerpoint/2010/main" val="2312392424"/>
              </p:ext>
            </p:extLst>
          </p:nvPr>
        </p:nvGraphicFramePr>
        <p:xfrm>
          <a:off x="2266756" y="1941665"/>
          <a:ext cx="6996625" cy="3828825"/>
        </p:xfrm>
        <a:graphic>
          <a:graphicData uri="http://schemas.openxmlformats.org/drawingml/2006/table">
            <a:tbl>
              <a:tblPr firstRow="1" bandRow="1">
                <a:noFill/>
              </a:tblPr>
              <a:tblGrid>
                <a:gridCol w="3925050">
                  <a:extLst>
                    <a:ext uri="{9D8B030D-6E8A-4147-A177-3AD203B41FA5}">
                      <a16:colId xmlns:a16="http://schemas.microsoft.com/office/drawing/2014/main" val="20000"/>
                    </a:ext>
                  </a:extLst>
                </a:gridCol>
                <a:gridCol w="3071575">
                  <a:extLst>
                    <a:ext uri="{9D8B030D-6E8A-4147-A177-3AD203B41FA5}">
                      <a16:colId xmlns:a16="http://schemas.microsoft.com/office/drawing/2014/main" val="20001"/>
                    </a:ext>
                  </a:extLst>
                </a:gridCol>
              </a:tblGrid>
              <a:tr h="447850">
                <a:tc>
                  <a:txBody>
                    <a:bodyPr/>
                    <a:lstStyle/>
                    <a:p>
                      <a:pPr marL="0" marR="0" lvl="0" indent="0" algn="l"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Academic Activity</a:t>
                      </a:r>
                      <a:endParaRPr/>
                    </a:p>
                  </a:txBody>
                  <a:tcPr marL="91450" marR="91450" marT="45725" marB="45725"/>
                </a:tc>
                <a:tc>
                  <a:txBody>
                    <a:bodyPr/>
                    <a:lstStyle/>
                    <a:p>
                      <a:pPr marL="0" marR="0" lvl="0" indent="0" algn="ctr"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Maximum Marks </a:t>
                      </a:r>
                      <a:endParaRPr/>
                    </a:p>
                  </a:txBody>
                  <a:tcPr marL="91450" marR="91450" marT="45725" marB="45725"/>
                </a:tc>
                <a:extLst>
                  <a:ext uri="{0D108BD9-81ED-4DB2-BD59-A6C34878D82A}">
                    <a16:rowId xmlns:a16="http://schemas.microsoft.com/office/drawing/2014/main" val="10000"/>
                  </a:ext>
                </a:extLst>
              </a:tr>
              <a:tr h="621250">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a:solidFill>
                            <a:srgbClr val="C00000"/>
                          </a:solidFill>
                          <a:latin typeface="Times New Roman"/>
                          <a:ea typeface="Times New Roman"/>
                          <a:cs typeface="Times New Roman"/>
                          <a:sym typeface="Times New Roman"/>
                        </a:rPr>
                        <a:t>Attendance</a:t>
                      </a:r>
                      <a:r>
                        <a:rPr lang="en-US" sz="2000" u="none" strike="noStrike" cap="none">
                          <a:solidFill>
                            <a:srgbClr val="C00000"/>
                          </a:solidFill>
                          <a:latin typeface="Times New Roman"/>
                          <a:ea typeface="Times New Roman"/>
                          <a:cs typeface="Times New Roman"/>
                          <a:sym typeface="Times New Roman"/>
                        </a:rPr>
                        <a:t>		</a:t>
                      </a:r>
                      <a:endParaRPr sz="20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2"/>
                          </a:solidFill>
                          <a:latin typeface="Times New Roman"/>
                          <a:ea typeface="Times New Roman"/>
                          <a:cs typeface="Times New Roman"/>
                          <a:sym typeface="Times New Roman"/>
                        </a:rPr>
                        <a:t>5</a:t>
                      </a:r>
                      <a:endParaRPr/>
                    </a:p>
                  </a:txBody>
                  <a:tcPr marL="91450" marR="91450" marT="45725" marB="45725"/>
                </a:tc>
                <a:extLst>
                  <a:ext uri="{0D108BD9-81ED-4DB2-BD59-A6C34878D82A}">
                    <a16:rowId xmlns:a16="http://schemas.microsoft.com/office/drawing/2014/main" val="10001"/>
                  </a:ext>
                </a:extLst>
              </a:tr>
              <a:tr h="608425">
                <a:tc>
                  <a:txBody>
                    <a:bodyPr/>
                    <a:lstStyle/>
                    <a:p>
                      <a:pPr marL="0" marR="0" lvl="0" indent="0" algn="l" rtl="0">
                        <a:lnSpc>
                          <a:spcPct val="100000"/>
                        </a:lnSpc>
                        <a:spcBef>
                          <a:spcPts val="0"/>
                        </a:spcBef>
                        <a:spcAft>
                          <a:spcPts val="0"/>
                        </a:spcAft>
                        <a:buNone/>
                      </a:pPr>
                      <a:r>
                        <a:rPr lang="en-US" sz="2000" b="1" u="none" strike="noStrike" cap="none">
                          <a:solidFill>
                            <a:srgbClr val="C00000"/>
                          </a:solidFill>
                          <a:latin typeface="Times New Roman"/>
                          <a:ea typeface="Times New Roman"/>
                          <a:cs typeface="Times New Roman"/>
                          <a:sym typeface="Times New Roman"/>
                        </a:rPr>
                        <a:t>Continuous Assessment</a:t>
                      </a:r>
                      <a:r>
                        <a:rPr lang="en-US" sz="2000" u="none" strike="noStrike" cap="none">
                          <a:solidFill>
                            <a:srgbClr val="C00000"/>
                          </a:solidFill>
                          <a:latin typeface="Times New Roman"/>
                          <a:ea typeface="Times New Roman"/>
                          <a:cs typeface="Times New Roman"/>
                          <a:sym typeface="Times New Roman"/>
                        </a:rPr>
                        <a:t> (CA)</a:t>
                      </a:r>
                      <a:endParaRPr sz="20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None/>
                      </a:pPr>
                      <a:r>
                        <a:rPr lang="en-US" sz="2000" u="none" strike="noStrike" cap="none">
                          <a:solidFill>
                            <a:schemeClr val="dk2"/>
                          </a:solidFill>
                          <a:latin typeface="Times New Roman"/>
                          <a:ea typeface="Times New Roman"/>
                          <a:cs typeface="Times New Roman"/>
                          <a:sym typeface="Times New Roman"/>
                        </a:rPr>
                        <a:t>25</a:t>
                      </a:r>
                      <a:endParaRPr/>
                    </a:p>
                  </a:txBody>
                  <a:tcPr marL="91450" marR="91450" marT="45725" marB="45725"/>
                </a:tc>
                <a:extLst>
                  <a:ext uri="{0D108BD9-81ED-4DB2-BD59-A6C34878D82A}">
                    <a16:rowId xmlns:a16="http://schemas.microsoft.com/office/drawing/2014/main" val="10002"/>
                  </a:ext>
                </a:extLst>
              </a:tr>
              <a:tr h="820950">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dirty="0">
                          <a:solidFill>
                            <a:srgbClr val="C00000"/>
                          </a:solidFill>
                          <a:latin typeface="Times New Roman"/>
                          <a:ea typeface="Times New Roman"/>
                          <a:cs typeface="Times New Roman"/>
                          <a:sym typeface="Times New Roman"/>
                        </a:rPr>
                        <a:t>Mid-Term Examination</a:t>
                      </a:r>
                      <a:br>
                        <a:rPr lang="en-US" sz="2000" b="1" u="none" strike="noStrike" cap="none" dirty="0">
                          <a:solidFill>
                            <a:srgbClr val="C00000"/>
                          </a:solidFill>
                          <a:latin typeface="Times New Roman"/>
                          <a:ea typeface="Times New Roman"/>
                          <a:cs typeface="Times New Roman"/>
                          <a:sym typeface="Times New Roman"/>
                        </a:rPr>
                      </a:br>
                      <a:r>
                        <a:rPr lang="en-US" sz="2000" b="1" u="none" strike="noStrike" cap="none" dirty="0">
                          <a:solidFill>
                            <a:schemeClr val="dk2"/>
                          </a:solidFill>
                          <a:latin typeface="Times New Roman"/>
                          <a:ea typeface="Times New Roman"/>
                          <a:cs typeface="Times New Roman"/>
                          <a:sym typeface="Times New Roman"/>
                        </a:rPr>
                        <a:t> (MCQ based)	</a:t>
                      </a:r>
                      <a:endParaRPr sz="2000" u="none" strike="noStrike" cap="none" dirty="0">
                        <a:solidFill>
                          <a:schemeClr val="dk2"/>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None/>
                      </a:pPr>
                      <a:r>
                        <a:rPr lang="en-US" sz="2000" u="none" strike="noStrike" cap="none">
                          <a:solidFill>
                            <a:schemeClr val="dk2"/>
                          </a:solidFill>
                          <a:latin typeface="Times New Roman"/>
                          <a:ea typeface="Times New Roman"/>
                          <a:cs typeface="Times New Roman"/>
                          <a:sym typeface="Times New Roman"/>
                        </a:rPr>
                        <a:t>20</a:t>
                      </a:r>
                      <a:endParaRPr/>
                    </a:p>
                  </a:txBody>
                  <a:tcPr marL="91450" marR="91450" marT="45725" marB="45725"/>
                </a:tc>
                <a:extLst>
                  <a:ext uri="{0D108BD9-81ED-4DB2-BD59-A6C34878D82A}">
                    <a16:rowId xmlns:a16="http://schemas.microsoft.com/office/drawing/2014/main" val="10003"/>
                  </a:ext>
                </a:extLst>
              </a:tr>
              <a:tr h="882500">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a:solidFill>
                            <a:srgbClr val="C00000"/>
                          </a:solidFill>
                          <a:latin typeface="Times New Roman"/>
                          <a:ea typeface="Times New Roman"/>
                          <a:cs typeface="Times New Roman"/>
                          <a:sym typeface="Times New Roman"/>
                        </a:rPr>
                        <a:t>End Term Examination </a:t>
                      </a:r>
                      <a:br>
                        <a:rPr lang="en-US" sz="2000" b="1" u="none" strike="noStrike" cap="none">
                          <a:solidFill>
                            <a:srgbClr val="C00000"/>
                          </a:solidFill>
                          <a:latin typeface="Times New Roman"/>
                          <a:ea typeface="Times New Roman"/>
                          <a:cs typeface="Times New Roman"/>
                          <a:sym typeface="Times New Roman"/>
                        </a:rPr>
                      </a:br>
                      <a:r>
                        <a:rPr lang="en-US" sz="2000" b="1" u="none" strike="noStrike" cap="none">
                          <a:solidFill>
                            <a:schemeClr val="dk2"/>
                          </a:solidFill>
                          <a:latin typeface="Times New Roman"/>
                          <a:ea typeface="Times New Roman"/>
                          <a:cs typeface="Times New Roman"/>
                          <a:sym typeface="Times New Roman"/>
                        </a:rPr>
                        <a:t>(MCQ+ Subjective)</a:t>
                      </a:r>
                      <a:r>
                        <a:rPr lang="en-US" sz="2000" u="none" strike="noStrike" cap="none">
                          <a:solidFill>
                            <a:srgbClr val="C00000"/>
                          </a:solidFill>
                          <a:latin typeface="Times New Roman"/>
                          <a:ea typeface="Times New Roman"/>
                          <a:cs typeface="Times New Roman"/>
                          <a:sym typeface="Times New Roman"/>
                        </a:rPr>
                        <a:t>	</a:t>
                      </a:r>
                      <a:endParaRPr sz="20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None/>
                      </a:pPr>
                      <a:r>
                        <a:rPr lang="en-US" sz="2000" u="none" strike="noStrike" cap="none">
                          <a:solidFill>
                            <a:schemeClr val="dk2"/>
                          </a:solidFill>
                          <a:latin typeface="Times New Roman"/>
                          <a:ea typeface="Times New Roman"/>
                          <a:cs typeface="Times New Roman"/>
                          <a:sym typeface="Times New Roman"/>
                        </a:rPr>
                        <a:t>50</a:t>
                      </a:r>
                      <a:endParaRPr/>
                    </a:p>
                  </a:txBody>
                  <a:tcPr marL="91450" marR="91450" marT="45725" marB="45725"/>
                </a:tc>
                <a:extLst>
                  <a:ext uri="{0D108BD9-81ED-4DB2-BD59-A6C34878D82A}">
                    <a16:rowId xmlns:a16="http://schemas.microsoft.com/office/drawing/2014/main" val="10004"/>
                  </a:ext>
                </a:extLst>
              </a:tr>
              <a:tr h="447850">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a:solidFill>
                            <a:srgbClr val="002060"/>
                          </a:solidFill>
                          <a:latin typeface="Times New Roman"/>
                          <a:ea typeface="Times New Roman"/>
                          <a:cs typeface="Times New Roman"/>
                          <a:sym typeface="Times New Roman"/>
                        </a:rPr>
                        <a:t>Total			</a:t>
                      </a:r>
                      <a:endParaRPr sz="20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None/>
                      </a:pPr>
                      <a:r>
                        <a:rPr lang="en-US" sz="2000" u="none" strike="noStrike" cap="none" dirty="0">
                          <a:solidFill>
                            <a:schemeClr val="dk2"/>
                          </a:solidFill>
                          <a:latin typeface="Times New Roman"/>
                          <a:ea typeface="Times New Roman"/>
                          <a:cs typeface="Times New Roman"/>
                          <a:sym typeface="Times New Roman"/>
                        </a:rPr>
                        <a:t>100</a:t>
                      </a:r>
                      <a:endParaRPr dirty="0"/>
                    </a:p>
                  </a:txBody>
                  <a:tcPr marL="91450" marR="91450" marT="45725" marB="45725"/>
                </a:tc>
                <a:extLst>
                  <a:ext uri="{0D108BD9-81ED-4DB2-BD59-A6C34878D82A}">
                    <a16:rowId xmlns:a16="http://schemas.microsoft.com/office/drawing/2014/main" val="10005"/>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g3f57c0a166a_0_178"/>
          <p:cNvSpPr txBox="1">
            <a:spLocks noGrp="1"/>
          </p:cNvSpPr>
          <p:nvPr>
            <p:ph type="title"/>
          </p:nvPr>
        </p:nvSpPr>
        <p:spPr>
          <a:xfrm>
            <a:off x="1256540" y="754956"/>
            <a:ext cx="8387200" cy="492443"/>
          </a:xfrm>
          <a:prstGeom prst="rect">
            <a:avLst/>
          </a:prstGeom>
          <a:noFill/>
          <a:ln>
            <a:noFill/>
          </a:ln>
        </p:spPr>
        <p:txBody>
          <a:bodyPr spcFirstLastPara="1" vert="horz" wrap="square" lIns="0" tIns="0" rIns="0" bIns="0" numCol="1" anchor="t" anchorCtr="0" compatLnSpc="1">
            <a:prstTxWarp prst="textNoShape">
              <a:avLst/>
            </a:prstTxWarp>
            <a:spAutoFit/>
          </a:bodyPr>
          <a:lstStyle/>
          <a:p>
            <a:pPr>
              <a:lnSpc>
                <a:spcPct val="100000"/>
              </a:lnSpc>
            </a:pPr>
            <a:r>
              <a:rPr lang="en-GB" sz="3200" dirty="0">
                <a:latin typeface="Times New Roman"/>
                <a:ea typeface="Times New Roman"/>
                <a:cs typeface="Times New Roman"/>
                <a:sym typeface="Times New Roman"/>
              </a:rPr>
              <a:t>Course Assessment</a:t>
            </a:r>
            <a:endParaRPr sz="3200" dirty="0">
              <a:latin typeface="Times New Roman"/>
              <a:ea typeface="Times New Roman"/>
              <a:cs typeface="Times New Roman"/>
              <a:sym typeface="Times New Roman"/>
            </a:endParaRPr>
          </a:p>
        </p:txBody>
      </p:sp>
      <p:graphicFrame>
        <p:nvGraphicFramePr>
          <p:cNvPr id="2" name="Table 1">
            <a:extLst>
              <a:ext uri="{FF2B5EF4-FFF2-40B4-BE49-F238E27FC236}">
                <a16:creationId xmlns:a16="http://schemas.microsoft.com/office/drawing/2014/main" id="{18F799E5-4B2E-6B7A-55AD-C56CC16F1B9A}"/>
              </a:ext>
            </a:extLst>
          </p:cNvPr>
          <p:cNvGraphicFramePr>
            <a:graphicFrameLocks noGrp="1"/>
          </p:cNvGraphicFramePr>
          <p:nvPr>
            <p:extLst>
              <p:ext uri="{D42A27DB-BD31-4B8C-83A1-F6EECF244321}">
                <p14:modId xmlns:p14="http://schemas.microsoft.com/office/powerpoint/2010/main" val="3065583454"/>
              </p:ext>
            </p:extLst>
          </p:nvPr>
        </p:nvGraphicFramePr>
        <p:xfrm>
          <a:off x="873759" y="1645920"/>
          <a:ext cx="10834148" cy="4671327"/>
        </p:xfrm>
        <a:graphic>
          <a:graphicData uri="http://schemas.openxmlformats.org/drawingml/2006/table">
            <a:tbl>
              <a:tblPr/>
              <a:tblGrid>
                <a:gridCol w="920208">
                  <a:extLst>
                    <a:ext uri="{9D8B030D-6E8A-4147-A177-3AD203B41FA5}">
                      <a16:colId xmlns:a16="http://schemas.microsoft.com/office/drawing/2014/main" val="2550493322"/>
                    </a:ext>
                  </a:extLst>
                </a:gridCol>
                <a:gridCol w="1823053">
                  <a:extLst>
                    <a:ext uri="{9D8B030D-6E8A-4147-A177-3AD203B41FA5}">
                      <a16:colId xmlns:a16="http://schemas.microsoft.com/office/drawing/2014/main" val="1972965445"/>
                    </a:ext>
                  </a:extLst>
                </a:gridCol>
                <a:gridCol w="1800482">
                  <a:extLst>
                    <a:ext uri="{9D8B030D-6E8A-4147-A177-3AD203B41FA5}">
                      <a16:colId xmlns:a16="http://schemas.microsoft.com/office/drawing/2014/main" val="3514186340"/>
                    </a:ext>
                  </a:extLst>
                </a:gridCol>
                <a:gridCol w="6290405">
                  <a:extLst>
                    <a:ext uri="{9D8B030D-6E8A-4147-A177-3AD203B41FA5}">
                      <a16:colId xmlns:a16="http://schemas.microsoft.com/office/drawing/2014/main" val="1753992116"/>
                    </a:ext>
                  </a:extLst>
                </a:gridCol>
              </a:tblGrid>
              <a:tr h="635644">
                <a:tc>
                  <a:txBody>
                    <a:bodyPr/>
                    <a:lstStyle/>
                    <a:p>
                      <a:pPr>
                        <a:buNone/>
                      </a:pPr>
                      <a:r>
                        <a:rPr lang="en-IN" sz="1800" b="1" dirty="0"/>
                        <a:t>CA No.</a:t>
                      </a:r>
                      <a:endParaRPr lang="en-IN" sz="1800" dirty="0"/>
                    </a:p>
                  </a:txBody>
                  <a:tcPr marL="81333" marR="81333" marT="40667" marB="40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800" b="1" dirty="0"/>
                        <a:t>Assessment Type</a:t>
                      </a:r>
                      <a:endParaRPr lang="en-IN" sz="1800" dirty="0"/>
                    </a:p>
                  </a:txBody>
                  <a:tcPr marL="81333" marR="81333" marT="40667" marB="40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800" b="1"/>
                        <a:t>Course Coverage</a:t>
                      </a:r>
                      <a:endParaRPr lang="en-IN" sz="1800"/>
                    </a:p>
                  </a:txBody>
                  <a:tcPr marL="81333" marR="81333" marT="40667" marB="40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800" b="1"/>
                        <a:t>Assessment Description</a:t>
                      </a:r>
                      <a:endParaRPr lang="en-IN" sz="1800"/>
                    </a:p>
                  </a:txBody>
                  <a:tcPr marL="81333" marR="81333" marT="40667" marB="40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1028897"/>
                  </a:ext>
                </a:extLst>
              </a:tr>
              <a:tr h="1402047">
                <a:tc>
                  <a:txBody>
                    <a:bodyPr/>
                    <a:lstStyle/>
                    <a:p>
                      <a:pPr>
                        <a:buNone/>
                      </a:pPr>
                      <a:r>
                        <a:rPr lang="en-IN" sz="1800" b="1" dirty="0"/>
                        <a:t>CA 1</a:t>
                      </a:r>
                      <a:endParaRPr lang="en-IN" sz="1800" dirty="0"/>
                    </a:p>
                  </a:txBody>
                  <a:tcPr marL="81333" marR="81333" marT="40667" marB="40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800" dirty="0"/>
                        <a:t>BYOD-Practical 1</a:t>
                      </a:r>
                    </a:p>
                  </a:txBody>
                  <a:tcPr marL="81333" marR="81333" marT="40667" marB="40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800" dirty="0"/>
                        <a:t>Unit I–II</a:t>
                      </a:r>
                    </a:p>
                  </a:txBody>
                  <a:tcPr marL="81333" marR="81333" marT="40667" marB="40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800"/>
                        <a:t>Assessment covering the concepts of Unit I and Unit II, including fundamentals of C programming, operators, input/output functions, and control structures. Students will be evaluated based on their understanding and application of programming concepts.</a:t>
                      </a:r>
                    </a:p>
                  </a:txBody>
                  <a:tcPr marL="81333" marR="81333" marT="40667" marB="40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2875468"/>
                  </a:ext>
                </a:extLst>
              </a:tr>
              <a:tr h="1455022">
                <a:tc>
                  <a:txBody>
                    <a:bodyPr/>
                    <a:lstStyle/>
                    <a:p>
                      <a:pPr>
                        <a:buNone/>
                      </a:pPr>
                      <a:r>
                        <a:rPr lang="en-IN" sz="1800" b="1"/>
                        <a:t>CA 2</a:t>
                      </a:r>
                      <a:endParaRPr lang="en-IN" sz="1800"/>
                    </a:p>
                  </a:txBody>
                  <a:tcPr marL="81333" marR="81333" marT="40667" marB="40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800" dirty="0"/>
                        <a:t>BYOD-Practical 2</a:t>
                      </a:r>
                    </a:p>
                  </a:txBody>
                  <a:tcPr marL="81333" marR="81333" marT="40667" marB="40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800"/>
                        <a:t>Unit III–IV</a:t>
                      </a:r>
                    </a:p>
                  </a:txBody>
                  <a:tcPr marL="81333" marR="81333" marT="40667" marB="40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800"/>
                        <a:t>Assessment covering functions, arrays, pointers, and related programming concepts. Students will be evaluated on their ability to develop structured and modular C programs for problem-solving.</a:t>
                      </a:r>
                    </a:p>
                  </a:txBody>
                  <a:tcPr marL="81333" marR="81333" marT="40667" marB="40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1798911"/>
                  </a:ext>
                </a:extLst>
              </a:tr>
              <a:tr h="1175003">
                <a:tc>
                  <a:txBody>
                    <a:bodyPr/>
                    <a:lstStyle/>
                    <a:p>
                      <a:pPr>
                        <a:buNone/>
                      </a:pPr>
                      <a:r>
                        <a:rPr lang="en-IN" sz="1800" b="1"/>
                        <a:t>CA 3</a:t>
                      </a:r>
                      <a:endParaRPr lang="en-IN" sz="1800"/>
                    </a:p>
                  </a:txBody>
                  <a:tcPr marL="81333" marR="81333" marT="40667" marB="40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800" dirty="0"/>
                        <a:t>Test</a:t>
                      </a:r>
                    </a:p>
                  </a:txBody>
                  <a:tcPr marL="81333" marR="81333" marT="40667" marB="40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800"/>
                        <a:t>Unit V–VI</a:t>
                      </a:r>
                    </a:p>
                  </a:txBody>
                  <a:tcPr marL="81333" marR="81333" marT="40667" marB="40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800" dirty="0"/>
                        <a:t>Assessment covering dynamic memory allocation, strings, structures, and unions. Students will be evaluated on conceptual understanding and application of advanced C programming concepts.</a:t>
                      </a:r>
                    </a:p>
                  </a:txBody>
                  <a:tcPr marL="81333" marR="81333" marT="40667" marB="40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8280338"/>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43"/>
          <p:cNvSpPr txBox="1">
            <a:spLocks noGrp="1"/>
          </p:cNvSpPr>
          <p:nvPr>
            <p:ph type="title"/>
          </p:nvPr>
        </p:nvSpPr>
        <p:spPr>
          <a:xfrm>
            <a:off x="3451600" y="670753"/>
            <a:ext cx="5288800" cy="590996"/>
          </a:xfrm>
          <a:prstGeom prst="rect">
            <a:avLst/>
          </a:prstGeom>
        </p:spPr>
        <p:txBody>
          <a:bodyPr spcFirstLastPara="1" vert="horz" wrap="square" lIns="0" tIns="0" rIns="0" bIns="0" numCol="1" anchor="t" anchorCtr="0" compatLnSpc="1">
            <a:prstTxWarp prst="textNoShape">
              <a:avLst/>
            </a:prstTxWarp>
            <a:spAutoFit/>
          </a:bodyPr>
          <a:lstStyle/>
          <a:p>
            <a:r>
              <a:rPr lang="en-GB" dirty="0"/>
              <a:t>Learning Resources</a:t>
            </a:r>
            <a:endParaRPr dirty="0"/>
          </a:p>
        </p:txBody>
      </p:sp>
      <p:sp>
        <p:nvSpPr>
          <p:cNvPr id="242" name="Google Shape;242;p43"/>
          <p:cNvSpPr txBox="1"/>
          <p:nvPr/>
        </p:nvSpPr>
        <p:spPr>
          <a:xfrm>
            <a:off x="302600" y="1261749"/>
            <a:ext cx="11586800" cy="5801548"/>
          </a:xfrm>
          <a:prstGeom prst="rect">
            <a:avLst/>
          </a:prstGeom>
          <a:noFill/>
          <a:ln>
            <a:noFill/>
          </a:ln>
        </p:spPr>
        <p:txBody>
          <a:bodyPr spcFirstLastPara="1" wrap="square" lIns="121900" tIns="121900" rIns="121900" bIns="121900" anchor="t" anchorCtr="0">
            <a:spAutoFit/>
          </a:bodyPr>
          <a:lstStyle/>
          <a:p>
            <a:r>
              <a:rPr lang="en-US" sz="1900" b="1" dirty="0">
                <a:latin typeface="+mj-lt"/>
              </a:rPr>
              <a:t>Textbook:</a:t>
            </a:r>
            <a:br>
              <a:rPr lang="en-US" sz="1900" dirty="0">
                <a:latin typeface="+mj-lt"/>
              </a:rPr>
            </a:br>
            <a:r>
              <a:rPr lang="en-US" sz="1900" dirty="0">
                <a:latin typeface="+mj-lt"/>
              </a:rPr>
              <a:t>	</a:t>
            </a:r>
            <a:r>
              <a:rPr lang="en-IN" b="1" dirty="0">
                <a:latin typeface="+mj-lt"/>
              </a:rPr>
              <a:t>Programming in C</a:t>
            </a:r>
            <a:r>
              <a:rPr lang="en-IN" dirty="0">
                <a:latin typeface="+mj-lt"/>
              </a:rPr>
              <a:t> – Ashok N. </a:t>
            </a:r>
            <a:r>
              <a:rPr lang="en-IN" dirty="0" err="1">
                <a:latin typeface="+mj-lt"/>
              </a:rPr>
              <a:t>Kamthane</a:t>
            </a:r>
            <a:r>
              <a:rPr lang="en-IN" dirty="0">
                <a:latin typeface="+mj-lt"/>
              </a:rPr>
              <a:t>, Pearson</a:t>
            </a:r>
            <a:r>
              <a:rPr lang="en-IN" dirty="0"/>
              <a:t>.</a:t>
            </a:r>
          </a:p>
          <a:p>
            <a:endParaRPr lang="en-US" sz="1900" dirty="0">
              <a:latin typeface="+mj-lt"/>
            </a:endParaRPr>
          </a:p>
          <a:p>
            <a:r>
              <a:rPr lang="en-US" sz="1900" b="1" dirty="0">
                <a:latin typeface="+mj-lt"/>
              </a:rPr>
              <a:t>Reference Book:</a:t>
            </a:r>
            <a:br>
              <a:rPr lang="en-US" sz="1900" dirty="0">
                <a:latin typeface="+mj-lt"/>
              </a:rPr>
            </a:br>
            <a:r>
              <a:rPr lang="en-US" sz="1900" dirty="0">
                <a:latin typeface="+mj-lt"/>
              </a:rPr>
              <a:t>	</a:t>
            </a:r>
            <a:r>
              <a:rPr lang="en-US" sz="1900" b="1" dirty="0">
                <a:latin typeface="+mj-lt"/>
              </a:rPr>
              <a:t>Programming in ANSI C </a:t>
            </a:r>
            <a:r>
              <a:rPr lang="en-US" sz="1900" dirty="0">
                <a:latin typeface="+mj-lt"/>
              </a:rPr>
              <a:t>– E. </a:t>
            </a:r>
            <a:r>
              <a:rPr lang="en-US" sz="1900" dirty="0" err="1">
                <a:latin typeface="+mj-lt"/>
              </a:rPr>
              <a:t>Balagurusamy</a:t>
            </a:r>
            <a:r>
              <a:rPr lang="en-US" sz="1900" dirty="0">
                <a:latin typeface="+mj-lt"/>
              </a:rPr>
              <a:t>, Tata McGraw Hill, India.</a:t>
            </a:r>
          </a:p>
          <a:p>
            <a:r>
              <a:rPr lang="en-US" sz="1900" dirty="0">
                <a:latin typeface="+mj-lt"/>
              </a:rPr>
              <a:t>	</a:t>
            </a:r>
            <a:r>
              <a:rPr lang="en-US" sz="1900" b="1" dirty="0">
                <a:latin typeface="+mj-lt"/>
              </a:rPr>
              <a:t>C How to Program </a:t>
            </a:r>
            <a:r>
              <a:rPr lang="en-US" sz="1900" dirty="0">
                <a:latin typeface="+mj-lt"/>
              </a:rPr>
              <a:t>– Paul Deitel &amp; Harvey Deitel, Pearson.</a:t>
            </a:r>
          </a:p>
          <a:p>
            <a:endParaRPr lang="en-US" sz="1900" dirty="0">
              <a:latin typeface="+mj-lt"/>
            </a:endParaRPr>
          </a:p>
          <a:p>
            <a:r>
              <a:rPr lang="en-US" sz="1900" b="1" dirty="0">
                <a:latin typeface="+mj-lt"/>
              </a:rPr>
              <a:t>Relevant Websites : </a:t>
            </a:r>
            <a:br>
              <a:rPr lang="en-US" sz="1900" dirty="0">
                <a:latin typeface="+mj-lt"/>
              </a:rPr>
            </a:br>
            <a:r>
              <a:rPr lang="en-US" sz="1900" dirty="0">
                <a:latin typeface="+mj-lt"/>
              </a:rPr>
              <a:t>	• </a:t>
            </a:r>
            <a:r>
              <a:rPr lang="en-US" sz="1900" dirty="0" err="1">
                <a:latin typeface="+mj-lt"/>
              </a:rPr>
              <a:t>Programiz</a:t>
            </a:r>
            <a:r>
              <a:rPr lang="en-US" sz="1900" dirty="0">
                <a:latin typeface="+mj-lt"/>
              </a:rPr>
              <a:t> – C Programming Tutorials and Loops</a:t>
            </a:r>
          </a:p>
          <a:p>
            <a:r>
              <a:rPr lang="en-US" sz="1900" dirty="0">
                <a:latin typeface="+mj-lt"/>
              </a:rPr>
              <a:t>	• </a:t>
            </a:r>
            <a:r>
              <a:rPr lang="en-US" sz="1900" dirty="0" err="1">
                <a:latin typeface="+mj-lt"/>
              </a:rPr>
              <a:t>TutorialsPoint</a:t>
            </a:r>
            <a:r>
              <a:rPr lang="en-US" sz="1900" dirty="0">
                <a:latin typeface="+mj-lt"/>
              </a:rPr>
              <a:t> – Format Specifiers, Math Library, Functions, Type Casting</a:t>
            </a:r>
          </a:p>
          <a:p>
            <a:r>
              <a:rPr lang="en-US" sz="1900" dirty="0">
                <a:latin typeface="+mj-lt"/>
              </a:rPr>
              <a:t>	• Learn-C.org – While and For Loops</a:t>
            </a:r>
          </a:p>
          <a:p>
            <a:endParaRPr lang="en-US" sz="1900" dirty="0">
              <a:latin typeface="+mj-lt"/>
            </a:endParaRPr>
          </a:p>
          <a:p>
            <a:r>
              <a:rPr lang="en-IN" sz="1900" b="1" dirty="0">
                <a:solidFill>
                  <a:schemeClr val="dk1"/>
                </a:solidFill>
                <a:latin typeface="+mj-lt"/>
              </a:rPr>
              <a:t>Audio-Visual Resources : </a:t>
            </a:r>
          </a:p>
          <a:p>
            <a:pPr lvl="0"/>
            <a:r>
              <a:rPr lang="en-IN" sz="1900" dirty="0">
                <a:solidFill>
                  <a:schemeClr val="dk1"/>
                </a:solidFill>
                <a:latin typeface="+mj-lt"/>
              </a:rPr>
              <a:t>	• </a:t>
            </a:r>
            <a:r>
              <a:rPr lang="en-IN" sz="1900" b="1" dirty="0">
                <a:solidFill>
                  <a:schemeClr val="dk1"/>
                </a:solidFill>
                <a:latin typeface="+mj-lt"/>
              </a:rPr>
              <a:t>Free Video Lectures </a:t>
            </a:r>
            <a:r>
              <a:rPr lang="en-IN" sz="1900" dirty="0">
                <a:solidFill>
                  <a:schemeClr val="dk1"/>
                </a:solidFill>
                <a:latin typeface="+mj-lt"/>
              </a:rPr>
              <a:t>– C Programming and Data Structures</a:t>
            </a:r>
          </a:p>
          <a:p>
            <a:pPr lvl="0"/>
            <a:r>
              <a:rPr lang="en-IN" sz="1900" dirty="0">
                <a:solidFill>
                  <a:schemeClr val="dk1"/>
                </a:solidFill>
                <a:latin typeface="+mj-lt"/>
              </a:rPr>
              <a:t>	• </a:t>
            </a:r>
            <a:r>
              <a:rPr lang="en-IN" sz="1900" b="1" dirty="0">
                <a:latin typeface="+mj-lt"/>
                <a:hlinkClick r:id="rId3">
                  <a:extLst>
                    <a:ext uri="{A12FA001-AC4F-418D-AE19-62706E023703}">
                      <ahyp:hlinkClr xmlns:ahyp="http://schemas.microsoft.com/office/drawing/2018/hyperlinkcolor" val="tx"/>
                    </a:ext>
                  </a:extLst>
                </a:hlinkClick>
              </a:rPr>
              <a:t>YouTube Playlist </a:t>
            </a:r>
            <a:r>
              <a:rPr lang="en-IN" sz="1900" dirty="0">
                <a:solidFill>
                  <a:schemeClr val="dk1"/>
                </a:solidFill>
                <a:latin typeface="+mj-lt"/>
              </a:rPr>
              <a:t>– Fundamentals of C Programming Video Lectures</a:t>
            </a:r>
          </a:p>
          <a:p>
            <a:pPr lvl="0"/>
            <a:endParaRPr lang="en-IN" sz="1900" dirty="0">
              <a:solidFill>
                <a:schemeClr val="dk1"/>
              </a:solidFill>
              <a:latin typeface="+mj-lt"/>
            </a:endParaRPr>
          </a:p>
          <a:p>
            <a:pPr lvl="0"/>
            <a:r>
              <a:rPr lang="en-IN" sz="1900" b="1" dirty="0">
                <a:solidFill>
                  <a:schemeClr val="dk1"/>
                </a:solidFill>
                <a:latin typeface="+mj-lt"/>
              </a:rPr>
              <a:t>Software &amp; Virtual Labs : </a:t>
            </a:r>
          </a:p>
          <a:p>
            <a:pPr lvl="0"/>
            <a:r>
              <a:rPr lang="en-IN" sz="1900" dirty="0">
                <a:solidFill>
                  <a:schemeClr val="dk1"/>
                </a:solidFill>
                <a:latin typeface="+mj-lt"/>
              </a:rPr>
              <a:t>	• </a:t>
            </a:r>
            <a:r>
              <a:rPr lang="en-IN" sz="1900" b="1" dirty="0">
                <a:solidFill>
                  <a:schemeClr val="dk1"/>
                </a:solidFill>
                <a:latin typeface="+mj-lt"/>
              </a:rPr>
              <a:t>Bloodshed Dev-C++ / </a:t>
            </a:r>
            <a:r>
              <a:rPr lang="en-IN" sz="1900" dirty="0">
                <a:solidFill>
                  <a:schemeClr val="dk1"/>
                </a:solidFill>
                <a:latin typeface="+mj-lt"/>
              </a:rPr>
              <a:t> </a:t>
            </a:r>
            <a:r>
              <a:rPr lang="en-IN" sz="1900" b="1" dirty="0">
                <a:solidFill>
                  <a:schemeClr val="dk1"/>
                </a:solidFill>
                <a:latin typeface="+mj-lt"/>
              </a:rPr>
              <a:t>Online C Compiler /</a:t>
            </a:r>
            <a:r>
              <a:rPr lang="en-IN" sz="1900" dirty="0">
                <a:solidFill>
                  <a:schemeClr val="dk1"/>
                </a:solidFill>
                <a:latin typeface="+mj-lt"/>
              </a:rPr>
              <a:t> </a:t>
            </a:r>
            <a:r>
              <a:rPr lang="en-IN" sz="1900" b="1" dirty="0">
                <a:solidFill>
                  <a:schemeClr val="dk1"/>
                </a:solidFill>
                <a:latin typeface="+mj-lt"/>
              </a:rPr>
              <a:t>Virtual Labs (IIIT Hyderabad)</a:t>
            </a:r>
            <a:r>
              <a:rPr lang="en-IN" sz="1900" dirty="0">
                <a:solidFill>
                  <a:schemeClr val="dk1"/>
                </a:solidFill>
                <a:latin typeface="+mj-lt"/>
              </a:rPr>
              <a:t> / </a:t>
            </a:r>
            <a:r>
              <a:rPr lang="en-IN" sz="1900" b="1" dirty="0" err="1">
                <a:solidFill>
                  <a:schemeClr val="dk1"/>
                </a:solidFill>
                <a:latin typeface="+mj-lt"/>
              </a:rPr>
              <a:t>HackerEarth</a:t>
            </a:r>
            <a:endParaRPr lang="en-IN" sz="1900" dirty="0">
              <a:solidFill>
                <a:schemeClr val="dk1"/>
              </a:solidFill>
              <a:latin typeface="+mj-lt"/>
            </a:endParaRPr>
          </a:p>
          <a:p>
            <a:pPr lvl="0"/>
            <a:endParaRPr sz="1900" i="1" dirty="0">
              <a:solidFill>
                <a:schemeClr val="dk1"/>
              </a:solidFill>
              <a:latin typeface="+mj-l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2CB91516-DF0B-D61E-5AB0-4760B955FB6B}"/>
            </a:ext>
          </a:extLst>
        </p:cNvPr>
        <p:cNvGrpSpPr/>
        <p:nvPr/>
      </p:nvGrpSpPr>
      <p:grpSpPr>
        <a:xfrm>
          <a:off x="0" y="0"/>
          <a:ext cx="0" cy="0"/>
          <a:chOff x="0" y="0"/>
          <a:chExt cx="0" cy="0"/>
        </a:xfrm>
      </p:grpSpPr>
      <p:sp>
        <p:nvSpPr>
          <p:cNvPr id="241" name="Google Shape;241;p43">
            <a:extLst>
              <a:ext uri="{FF2B5EF4-FFF2-40B4-BE49-F238E27FC236}">
                <a16:creationId xmlns:a16="http://schemas.microsoft.com/office/drawing/2014/main" id="{23A01A01-6772-ED1C-BE24-8A0DACEFDD57}"/>
              </a:ext>
            </a:extLst>
          </p:cNvPr>
          <p:cNvSpPr txBox="1">
            <a:spLocks noGrp="1"/>
          </p:cNvSpPr>
          <p:nvPr>
            <p:ph type="title"/>
          </p:nvPr>
        </p:nvSpPr>
        <p:spPr>
          <a:xfrm>
            <a:off x="2474437" y="921765"/>
            <a:ext cx="7357241" cy="590996"/>
          </a:xfrm>
          <a:prstGeom prst="rect">
            <a:avLst/>
          </a:prstGeom>
        </p:spPr>
        <p:txBody>
          <a:bodyPr spcFirstLastPara="1" vert="horz" wrap="square" lIns="0" tIns="0" rIns="0" bIns="0" numCol="1" anchor="t" anchorCtr="0" compatLnSpc="1">
            <a:prstTxWarp prst="textNoShape">
              <a:avLst/>
            </a:prstTxWarp>
            <a:spAutoFit/>
          </a:bodyPr>
          <a:lstStyle/>
          <a:p>
            <a:r>
              <a:rPr lang="en-GB" dirty="0"/>
              <a:t>Placement &amp; Career Relevance</a:t>
            </a:r>
            <a:endParaRPr dirty="0"/>
          </a:p>
        </p:txBody>
      </p:sp>
      <p:sp>
        <p:nvSpPr>
          <p:cNvPr id="3" name="Rounded Rectangle 3">
            <a:extLst>
              <a:ext uri="{FF2B5EF4-FFF2-40B4-BE49-F238E27FC236}">
                <a16:creationId xmlns:a16="http://schemas.microsoft.com/office/drawing/2014/main" id="{67B76119-58DD-C8E8-8D6F-4C2599FEACB6}"/>
              </a:ext>
            </a:extLst>
          </p:cNvPr>
          <p:cNvSpPr/>
          <p:nvPr/>
        </p:nvSpPr>
        <p:spPr>
          <a:xfrm>
            <a:off x="731521" y="1676401"/>
            <a:ext cx="4799884" cy="2408308"/>
          </a:xfrm>
          <a:prstGeom prst="roundRect">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pPr>
            <a:r>
              <a:rPr sz="2400" dirty="0">
                <a:solidFill>
                  <a:schemeClr val="bg2"/>
                </a:solidFill>
              </a:rPr>
              <a:t>Industry Ready Skills</a:t>
            </a:r>
          </a:p>
          <a:p>
            <a:pPr rtl="0" fontAlgn="ctr">
              <a:buFont typeface="Arial" panose="020B0604020202020204" pitchFamily="34" charset="0"/>
              <a:buChar char="•"/>
            </a:pPr>
            <a:r>
              <a:rPr lang="en-IN" sz="1200" dirty="0">
                <a:effectLst/>
                <a:latin typeface="Calibri" panose="020F0502020204030204" pitchFamily="34" charset="0"/>
              </a:rPr>
              <a:t>Develop proficiency in structured programming using the C programming language.</a:t>
            </a:r>
          </a:p>
          <a:p>
            <a:pPr rtl="0" fontAlgn="ctr">
              <a:buFont typeface="Arial" panose="020B0604020202020204" pitchFamily="34" charset="0"/>
              <a:buChar char="•"/>
            </a:pPr>
            <a:r>
              <a:rPr lang="en-IN" sz="1200" dirty="0">
                <a:effectLst/>
                <a:latin typeface="Calibri" panose="020F0502020204030204" pitchFamily="34" charset="0"/>
              </a:rPr>
              <a:t>Strengthen logical reasoning, computational thinking, and problem-solving abilities.</a:t>
            </a:r>
          </a:p>
          <a:p>
            <a:pPr rtl="0" fontAlgn="ctr">
              <a:buFont typeface="Arial" panose="020B0604020202020204" pitchFamily="34" charset="0"/>
              <a:buChar char="•"/>
            </a:pPr>
            <a:r>
              <a:rPr lang="en-IN" sz="1200" dirty="0">
                <a:effectLst/>
                <a:latin typeface="Calibri" panose="020F0502020204030204" pitchFamily="34" charset="0"/>
              </a:rPr>
              <a:t>Gain hands-on experience in debugging, testing, and optimizing programs.</a:t>
            </a:r>
          </a:p>
          <a:p>
            <a:pPr rtl="0" fontAlgn="ctr">
              <a:buFont typeface="Arial" panose="020B0604020202020204" pitchFamily="34" charset="0"/>
              <a:buChar char="•"/>
            </a:pPr>
            <a:r>
              <a:rPr lang="en-IN" sz="1200" dirty="0">
                <a:effectLst/>
                <a:latin typeface="Calibri" panose="020F0502020204030204" pitchFamily="34" charset="0"/>
              </a:rPr>
              <a:t>Build skills in modular programming, memory management, and efficient coding practices.</a:t>
            </a:r>
          </a:p>
          <a:p>
            <a:pPr rtl="0" fontAlgn="ctr">
              <a:buFont typeface="Arial" panose="020B0604020202020204" pitchFamily="34" charset="0"/>
              <a:buChar char="•"/>
            </a:pPr>
            <a:r>
              <a:rPr lang="en-IN" sz="1200" dirty="0">
                <a:effectLst/>
                <a:latin typeface="Calibri" panose="020F0502020204030204" pitchFamily="34" charset="0"/>
              </a:rPr>
              <a:t>Prepare for coding interviews, competitive programming, and software development projects.</a:t>
            </a:r>
          </a:p>
          <a:p>
            <a:pPr>
              <a:defRPr sz="1400"/>
            </a:pPr>
            <a:endParaRPr lang="en-IN" sz="1067" b="1" dirty="0">
              <a:solidFill>
                <a:schemeClr val="bg2"/>
              </a:solidFill>
            </a:endParaRPr>
          </a:p>
        </p:txBody>
      </p:sp>
      <p:sp>
        <p:nvSpPr>
          <p:cNvPr id="5" name="Rounded Rectangle 5">
            <a:extLst>
              <a:ext uri="{FF2B5EF4-FFF2-40B4-BE49-F238E27FC236}">
                <a16:creationId xmlns:a16="http://schemas.microsoft.com/office/drawing/2014/main" id="{61EB97E0-C516-22EC-35D4-859B01812518}"/>
              </a:ext>
            </a:extLst>
          </p:cNvPr>
          <p:cNvSpPr/>
          <p:nvPr/>
        </p:nvSpPr>
        <p:spPr>
          <a:xfrm>
            <a:off x="731521" y="4313380"/>
            <a:ext cx="4799884" cy="2266925"/>
          </a:xfrm>
          <a:prstGeom prst="roundRect">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pPr>
            <a:r>
              <a:rPr sz="2400" dirty="0">
                <a:solidFill>
                  <a:schemeClr val="bg2"/>
                </a:solidFill>
              </a:rPr>
              <a:t>Career Opportunities</a:t>
            </a:r>
          </a:p>
          <a:p>
            <a:pPr rtl="0" fontAlgn="ctr">
              <a:buFont typeface="Arial" panose="020B0604020202020204" pitchFamily="34" charset="0"/>
              <a:buChar char="•"/>
            </a:pPr>
            <a:r>
              <a:rPr lang="en-IN" sz="1600" dirty="0">
                <a:effectLst/>
                <a:latin typeface="Calibri" panose="020F0502020204030204" pitchFamily="34" charset="0"/>
              </a:rPr>
              <a:t>Software Developer / Programmer</a:t>
            </a:r>
          </a:p>
          <a:p>
            <a:pPr rtl="0" fontAlgn="ctr">
              <a:buFont typeface="Arial" panose="020B0604020202020204" pitchFamily="34" charset="0"/>
              <a:buChar char="•"/>
            </a:pPr>
            <a:r>
              <a:rPr lang="en-IN" sz="1600" dirty="0">
                <a:effectLst/>
                <a:latin typeface="Calibri" panose="020F0502020204030204" pitchFamily="34" charset="0"/>
              </a:rPr>
              <a:t>Software Test Engineer</a:t>
            </a:r>
          </a:p>
          <a:p>
            <a:pPr rtl="0" fontAlgn="ctr">
              <a:buFont typeface="Arial" panose="020B0604020202020204" pitchFamily="34" charset="0"/>
              <a:buChar char="•"/>
            </a:pPr>
            <a:r>
              <a:rPr lang="en-IN" sz="1600" dirty="0">
                <a:effectLst/>
                <a:latin typeface="Calibri" panose="020F0502020204030204" pitchFamily="34" charset="0"/>
              </a:rPr>
              <a:t>Application Developer</a:t>
            </a:r>
          </a:p>
          <a:p>
            <a:pPr rtl="0" fontAlgn="ctr">
              <a:buFont typeface="Arial" panose="020B0604020202020204" pitchFamily="34" charset="0"/>
              <a:buChar char="•"/>
            </a:pPr>
            <a:r>
              <a:rPr lang="en-IN" sz="1600" dirty="0">
                <a:effectLst/>
                <a:latin typeface="Calibri" panose="020F0502020204030204" pitchFamily="34" charset="0"/>
              </a:rPr>
              <a:t>Embedded Systems Programmer</a:t>
            </a:r>
          </a:p>
          <a:p>
            <a:pPr rtl="0" fontAlgn="ctr">
              <a:buFont typeface="Arial" panose="020B0604020202020204" pitchFamily="34" charset="0"/>
              <a:buChar char="•"/>
            </a:pPr>
            <a:r>
              <a:rPr lang="en-IN" sz="1600" dirty="0">
                <a:effectLst/>
                <a:latin typeface="Calibri" panose="020F0502020204030204" pitchFamily="34" charset="0"/>
              </a:rPr>
              <a:t>Technical Support Engineer</a:t>
            </a:r>
          </a:p>
          <a:p>
            <a:pPr rtl="0" fontAlgn="ctr">
              <a:buFont typeface="Arial" panose="020B0604020202020204" pitchFamily="34" charset="0"/>
              <a:buChar char="•"/>
            </a:pPr>
            <a:r>
              <a:rPr lang="en-IN" sz="1600" dirty="0">
                <a:effectLst/>
                <a:latin typeface="Calibri" panose="020F0502020204030204" pitchFamily="34" charset="0"/>
              </a:rPr>
              <a:t>Junior Software Engineer</a:t>
            </a:r>
          </a:p>
        </p:txBody>
      </p:sp>
      <p:sp>
        <p:nvSpPr>
          <p:cNvPr id="7" name="Rounded Rectangle 6">
            <a:extLst>
              <a:ext uri="{FF2B5EF4-FFF2-40B4-BE49-F238E27FC236}">
                <a16:creationId xmlns:a16="http://schemas.microsoft.com/office/drawing/2014/main" id="{57849D1C-412C-3F02-BDC6-4FAF0EBE6B38}"/>
              </a:ext>
            </a:extLst>
          </p:cNvPr>
          <p:cNvSpPr/>
          <p:nvPr/>
        </p:nvSpPr>
        <p:spPr>
          <a:xfrm>
            <a:off x="6222064" y="4252563"/>
            <a:ext cx="5179555" cy="2327742"/>
          </a:xfrm>
          <a:prstGeom prst="roundRect">
            <a:avLst/>
          </a:prstGeom>
          <a:gradFill flip="none" rotWithShape="1">
            <a:gsLst>
              <a:gs pos="0">
                <a:schemeClr val="accent6">
                  <a:lumMod val="40000"/>
                  <a:lumOff val="60000"/>
                </a:schemeClr>
              </a:gs>
              <a:gs pos="46000">
                <a:schemeClr val="accent6">
                  <a:lumMod val="95000"/>
                  <a:lumOff val="5000"/>
                </a:schemeClr>
              </a:gs>
              <a:gs pos="100000">
                <a:schemeClr val="accent6">
                  <a:lumMod val="60000"/>
                </a:schemeClr>
              </a:gs>
            </a:gsLst>
            <a:path path="circle">
              <a:fillToRect l="50000" t="130000" r="50000" b="-30000"/>
            </a:path>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pPr>
            <a:r>
              <a:rPr sz="1600" dirty="0">
                <a:solidFill>
                  <a:schemeClr val="bg2"/>
                </a:solidFill>
              </a:rPr>
              <a:t>Higher Education</a:t>
            </a:r>
            <a:endParaRPr lang="en-US" sz="1600" dirty="0">
              <a:solidFill>
                <a:schemeClr val="bg2"/>
              </a:solidFill>
            </a:endParaRPr>
          </a:p>
          <a:p>
            <a:pPr algn="ctr">
              <a:defRPr sz="1800" b="1"/>
            </a:pPr>
            <a:endParaRPr lang="en-IN" sz="1600" dirty="0">
              <a:solidFill>
                <a:schemeClr val="bg2"/>
              </a:solidFill>
            </a:endParaRPr>
          </a:p>
          <a:p>
            <a:pPr fontAlgn="ctr"/>
            <a:r>
              <a:rPr lang="en-IN" sz="1200" dirty="0"/>
              <a:t>Data Structures and Algorithms</a:t>
            </a:r>
          </a:p>
          <a:p>
            <a:pPr fontAlgn="ctr"/>
            <a:r>
              <a:rPr lang="en-IN" sz="1200" dirty="0"/>
              <a:t>Object-Oriented Programming</a:t>
            </a:r>
          </a:p>
          <a:p>
            <a:pPr fontAlgn="ctr"/>
            <a:r>
              <a:rPr lang="en-IN" sz="1200" dirty="0"/>
              <a:t>Operating Systems</a:t>
            </a:r>
          </a:p>
          <a:p>
            <a:pPr fontAlgn="ctr"/>
            <a:r>
              <a:rPr lang="en-IN" sz="1200" dirty="0"/>
              <a:t>Database Management Systems</a:t>
            </a:r>
          </a:p>
          <a:p>
            <a:pPr fontAlgn="ctr"/>
            <a:r>
              <a:rPr lang="en-IN" sz="1200" dirty="0"/>
              <a:t>Computer Networks</a:t>
            </a:r>
          </a:p>
          <a:p>
            <a:pPr fontAlgn="ctr"/>
            <a:r>
              <a:rPr lang="en-IN" sz="1200" dirty="0"/>
              <a:t>Software Engineering</a:t>
            </a:r>
          </a:p>
          <a:p>
            <a:pPr fontAlgn="ctr"/>
            <a:r>
              <a:rPr lang="en-IN" sz="1200" dirty="0"/>
              <a:t>Artificial Intelligence and Machine Learning</a:t>
            </a:r>
          </a:p>
          <a:p>
            <a:pPr fontAlgn="ctr"/>
            <a:r>
              <a:rPr lang="en-IN" sz="1200" dirty="0"/>
              <a:t>Cybersecurity and Data Science</a:t>
            </a:r>
          </a:p>
          <a:p>
            <a:pPr algn="ctr">
              <a:defRPr sz="1800" b="1"/>
            </a:pPr>
            <a:endParaRPr sz="1600" dirty="0">
              <a:solidFill>
                <a:schemeClr val="bg2"/>
              </a:solidFill>
            </a:endParaRPr>
          </a:p>
        </p:txBody>
      </p:sp>
      <p:sp>
        <p:nvSpPr>
          <p:cNvPr id="9" name="Rounded Rectangle 4">
            <a:extLst>
              <a:ext uri="{FF2B5EF4-FFF2-40B4-BE49-F238E27FC236}">
                <a16:creationId xmlns:a16="http://schemas.microsoft.com/office/drawing/2014/main" id="{18A5761B-BFFE-ECC9-208F-886A4FC37CA8}"/>
              </a:ext>
            </a:extLst>
          </p:cNvPr>
          <p:cNvSpPr/>
          <p:nvPr/>
        </p:nvSpPr>
        <p:spPr>
          <a:xfrm>
            <a:off x="6254897" y="1676401"/>
            <a:ext cx="5113892" cy="2408309"/>
          </a:xfrm>
          <a:prstGeom prst="roundRect">
            <a:avLst/>
          </a:prstGeom>
          <a:gradFill flip="none" rotWithShape="1">
            <a:gsLst>
              <a:gs pos="0">
                <a:schemeClr val="accent6">
                  <a:lumMod val="40000"/>
                  <a:lumOff val="60000"/>
                </a:schemeClr>
              </a:gs>
              <a:gs pos="46000">
                <a:schemeClr val="accent6">
                  <a:lumMod val="95000"/>
                  <a:lumOff val="5000"/>
                </a:schemeClr>
              </a:gs>
              <a:gs pos="100000">
                <a:schemeClr val="accent6">
                  <a:lumMod val="60000"/>
                </a:schemeClr>
              </a:gs>
            </a:gsLst>
            <a:path path="circle">
              <a:fillToRect l="50000" t="130000" r="50000" b="-30000"/>
            </a:path>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pPr>
            <a:r>
              <a:rPr sz="2400" dirty="0">
                <a:solidFill>
                  <a:schemeClr val="bg2"/>
                </a:solidFill>
              </a:rPr>
              <a:t>Industry Applications</a:t>
            </a:r>
            <a:endParaRPr lang="en-IN" sz="2400" dirty="0">
              <a:solidFill>
                <a:schemeClr val="bg2"/>
              </a:solidFill>
            </a:endParaRPr>
          </a:p>
          <a:p>
            <a:pPr rtl="0" fontAlgn="ctr">
              <a:buFont typeface="Arial" panose="020B0604020202020204" pitchFamily="34" charset="0"/>
              <a:buChar char="•"/>
            </a:pPr>
            <a:r>
              <a:rPr lang="en-IN" sz="1600" dirty="0">
                <a:effectLst/>
                <a:latin typeface="+mj-lt"/>
              </a:rPr>
              <a:t>Software and Application Development</a:t>
            </a:r>
          </a:p>
          <a:p>
            <a:pPr rtl="0" fontAlgn="ctr">
              <a:buFont typeface="Arial" panose="020B0604020202020204" pitchFamily="34" charset="0"/>
              <a:buChar char="•"/>
            </a:pPr>
            <a:r>
              <a:rPr lang="en-IN" sz="1600" dirty="0">
                <a:effectLst/>
                <a:latin typeface="+mj-lt"/>
              </a:rPr>
              <a:t>Embedded Systems and IoT Programming</a:t>
            </a:r>
          </a:p>
          <a:p>
            <a:pPr rtl="0" fontAlgn="ctr">
              <a:buFont typeface="Arial" panose="020B0604020202020204" pitchFamily="34" charset="0"/>
              <a:buChar char="•"/>
            </a:pPr>
            <a:r>
              <a:rPr lang="en-IN" sz="1600" dirty="0">
                <a:effectLst/>
                <a:latin typeface="+mj-lt"/>
              </a:rPr>
              <a:t>System Software and Utility Development</a:t>
            </a:r>
          </a:p>
          <a:p>
            <a:pPr rtl="0" fontAlgn="ctr">
              <a:buFont typeface="Arial" panose="020B0604020202020204" pitchFamily="34" charset="0"/>
              <a:buChar char="•"/>
            </a:pPr>
            <a:r>
              <a:rPr lang="en-IN" sz="1600" dirty="0">
                <a:effectLst/>
                <a:latin typeface="+mj-lt"/>
              </a:rPr>
              <a:t>Banking, Healthcare, and Business Information Systems</a:t>
            </a:r>
          </a:p>
          <a:p>
            <a:pPr rtl="0" fontAlgn="ctr">
              <a:buFont typeface="Arial" panose="020B0604020202020204" pitchFamily="34" charset="0"/>
              <a:buChar char="•"/>
            </a:pPr>
            <a:r>
              <a:rPr lang="en-IN" sz="1600" dirty="0">
                <a:effectLst/>
                <a:latin typeface="+mj-lt"/>
              </a:rPr>
              <a:t>Automation, Scientific Computing, and Engineering Applications</a:t>
            </a:r>
          </a:p>
          <a:p>
            <a:pPr algn="ctr">
              <a:defRPr sz="1800" b="1"/>
            </a:pPr>
            <a:endParaRPr lang="en-IN" sz="1600" dirty="0">
              <a:solidFill>
                <a:schemeClr val="bg2"/>
              </a:solidFill>
            </a:endParaRPr>
          </a:p>
        </p:txBody>
      </p:sp>
    </p:spTree>
    <p:extLst>
      <p:ext uri="{BB962C8B-B14F-4D97-AF65-F5344CB8AC3E}">
        <p14:creationId xmlns:p14="http://schemas.microsoft.com/office/powerpoint/2010/main" val="3395674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B0D34D0F-1838-862B-8414-E67E21BE6FFB}"/>
            </a:ext>
          </a:extLst>
        </p:cNvPr>
        <p:cNvGrpSpPr/>
        <p:nvPr/>
      </p:nvGrpSpPr>
      <p:grpSpPr>
        <a:xfrm>
          <a:off x="0" y="0"/>
          <a:ext cx="0" cy="0"/>
          <a:chOff x="0" y="0"/>
          <a:chExt cx="0" cy="0"/>
        </a:xfrm>
      </p:grpSpPr>
      <p:sp>
        <p:nvSpPr>
          <p:cNvPr id="241" name="Google Shape;241;p43">
            <a:extLst>
              <a:ext uri="{FF2B5EF4-FFF2-40B4-BE49-F238E27FC236}">
                <a16:creationId xmlns:a16="http://schemas.microsoft.com/office/drawing/2014/main" id="{339ADC69-03DA-65FD-44DB-C6182B48C8E1}"/>
              </a:ext>
            </a:extLst>
          </p:cNvPr>
          <p:cNvSpPr txBox="1">
            <a:spLocks noGrp="1"/>
          </p:cNvSpPr>
          <p:nvPr>
            <p:ph type="title"/>
          </p:nvPr>
        </p:nvSpPr>
        <p:spPr>
          <a:xfrm>
            <a:off x="823212" y="921766"/>
            <a:ext cx="10822251" cy="443198"/>
          </a:xfrm>
          <a:prstGeom prst="rect">
            <a:avLst/>
          </a:prstGeom>
        </p:spPr>
        <p:txBody>
          <a:bodyPr spcFirstLastPara="1" vert="horz" wrap="square" lIns="0" tIns="0" rIns="0" bIns="0" numCol="1" anchor="t" anchorCtr="0" compatLnSpc="1">
            <a:prstTxWarp prst="textNoShape">
              <a:avLst/>
            </a:prstTxWarp>
            <a:spAutoFit/>
          </a:bodyPr>
          <a:lstStyle/>
          <a:p>
            <a:r>
              <a:rPr lang="en-GB" sz="3200" dirty="0"/>
              <a:t>Revenue Generation &amp;Entrepreneurship Opportunities  </a:t>
            </a:r>
            <a:endParaRPr sz="3200" dirty="0"/>
          </a:p>
        </p:txBody>
      </p:sp>
      <p:sp>
        <p:nvSpPr>
          <p:cNvPr id="10" name="Rounded Rectangle 3">
            <a:extLst>
              <a:ext uri="{FF2B5EF4-FFF2-40B4-BE49-F238E27FC236}">
                <a16:creationId xmlns:a16="http://schemas.microsoft.com/office/drawing/2014/main" id="{253E4ADB-CC24-A44F-8947-86DD07B74FA1}"/>
              </a:ext>
            </a:extLst>
          </p:cNvPr>
          <p:cNvSpPr/>
          <p:nvPr/>
        </p:nvSpPr>
        <p:spPr>
          <a:xfrm>
            <a:off x="629421" y="1636093"/>
            <a:ext cx="11340361" cy="1003987"/>
          </a:xfrm>
          <a:prstGeom prst="roundRect">
            <a:avLst/>
          </a:prstGeom>
          <a:gradFill flip="none" rotWithShape="1">
            <a:gsLst>
              <a:gs pos="0">
                <a:srgbClr val="F79646">
                  <a:lumMod val="40000"/>
                  <a:lumOff val="60000"/>
                </a:srgbClr>
              </a:gs>
              <a:gs pos="46000">
                <a:srgbClr val="F79646">
                  <a:lumMod val="95000"/>
                  <a:lumOff val="5000"/>
                </a:srgbClr>
              </a:gs>
              <a:gs pos="100000">
                <a:srgbClr val="F79646">
                  <a:lumMod val="60000"/>
                </a:srgbClr>
              </a:gs>
            </a:gsLst>
            <a:path path="circle">
              <a:fillToRect l="50000" t="130000" r="50000" b="-30000"/>
            </a:path>
            <a:tileRect/>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a:buClrTx/>
              <a:defRPr sz="1800" b="1"/>
            </a:pPr>
            <a:r>
              <a:rPr lang="en-IN" sz="2400" b="1" dirty="0">
                <a:solidFill>
                  <a:srgbClr val="1F497D"/>
                </a:solidFill>
              </a:rPr>
              <a:t>Programming-Based Products</a:t>
            </a:r>
          </a:p>
          <a:p>
            <a:pPr defTabSz="1219170" eaLnBrk="1" fontAlgn="auto" hangingPunct="1">
              <a:spcBef>
                <a:spcPts val="0"/>
              </a:spcBef>
              <a:spcAft>
                <a:spcPts val="0"/>
              </a:spcAft>
              <a:defRPr sz="1400"/>
            </a:pPr>
            <a:r>
              <a:rPr lang="en-US" sz="1867" kern="0" dirty="0">
                <a:latin typeface="Arial"/>
              </a:rPr>
              <a:t>            Student Management System | Library Management System | Billing &amp; Inventory Software | Contact Management System | File-Based Record Management Applications</a:t>
            </a:r>
          </a:p>
        </p:txBody>
      </p:sp>
      <p:sp>
        <p:nvSpPr>
          <p:cNvPr id="12" name="Rounded Rectangle 3">
            <a:extLst>
              <a:ext uri="{FF2B5EF4-FFF2-40B4-BE49-F238E27FC236}">
                <a16:creationId xmlns:a16="http://schemas.microsoft.com/office/drawing/2014/main" id="{958BB1E1-C316-0D01-5ECC-B2872C8259AE}"/>
              </a:ext>
            </a:extLst>
          </p:cNvPr>
          <p:cNvSpPr/>
          <p:nvPr/>
        </p:nvSpPr>
        <p:spPr>
          <a:xfrm>
            <a:off x="629421" y="2808060"/>
            <a:ext cx="11340361" cy="1179963"/>
          </a:xfrm>
          <a:prstGeom prst="roundRect">
            <a:avLst/>
          </a:prstGeom>
          <a:gradFill flip="none" rotWithShape="1">
            <a:gsLst>
              <a:gs pos="0">
                <a:srgbClr val="F79646">
                  <a:lumMod val="40000"/>
                  <a:lumOff val="60000"/>
                </a:srgbClr>
              </a:gs>
              <a:gs pos="46000">
                <a:srgbClr val="F79646">
                  <a:lumMod val="95000"/>
                  <a:lumOff val="5000"/>
                </a:srgbClr>
              </a:gs>
              <a:gs pos="100000">
                <a:srgbClr val="F79646">
                  <a:lumMod val="60000"/>
                </a:srgbClr>
              </a:gs>
            </a:gsLst>
            <a:path path="circle">
              <a:fillToRect l="50000" t="130000" r="50000" b="-30000"/>
            </a:path>
            <a:tileRect/>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a:buClrTx/>
              <a:defRPr sz="1800" b="1"/>
            </a:pPr>
            <a:r>
              <a:rPr lang="en-IN" sz="2400" b="1" dirty="0">
                <a:solidFill>
                  <a:srgbClr val="1F497D"/>
                </a:solidFill>
              </a:rPr>
              <a:t>Freelancing</a:t>
            </a:r>
          </a:p>
          <a:p>
            <a:pPr defTabSz="1219170" eaLnBrk="1" fontAlgn="auto" hangingPunct="1">
              <a:spcBef>
                <a:spcPts val="0"/>
              </a:spcBef>
              <a:spcAft>
                <a:spcPts val="0"/>
              </a:spcAft>
              <a:defRPr sz="1400"/>
            </a:pPr>
            <a:r>
              <a:rPr lang="en-US" sz="1867" kern="0" dirty="0">
                <a:latin typeface="Arial"/>
              </a:rPr>
              <a:t>            C Programming Assignments | Desktop Utility Development | Debugging &amp; Code Optimization | Technical Tutoring | Programming Content Development</a:t>
            </a:r>
          </a:p>
          <a:p>
            <a:pPr defTabSz="1219170" eaLnBrk="1" fontAlgn="auto" hangingPunct="1">
              <a:spcBef>
                <a:spcPts val="0"/>
              </a:spcBef>
              <a:spcAft>
                <a:spcPts val="0"/>
              </a:spcAft>
              <a:defRPr sz="1400"/>
            </a:pPr>
            <a:endParaRPr lang="en-US" sz="1867" kern="0" dirty="0">
              <a:solidFill>
                <a:srgbClr val="1F497D"/>
              </a:solidFill>
              <a:latin typeface="Arial"/>
            </a:endParaRPr>
          </a:p>
        </p:txBody>
      </p:sp>
      <p:sp>
        <p:nvSpPr>
          <p:cNvPr id="14" name="Rounded Rectangle 3">
            <a:extLst>
              <a:ext uri="{FF2B5EF4-FFF2-40B4-BE49-F238E27FC236}">
                <a16:creationId xmlns:a16="http://schemas.microsoft.com/office/drawing/2014/main" id="{AA9C3859-D184-4148-BF67-081CC22A3ECA}"/>
              </a:ext>
            </a:extLst>
          </p:cNvPr>
          <p:cNvSpPr/>
          <p:nvPr/>
        </p:nvSpPr>
        <p:spPr>
          <a:xfrm>
            <a:off x="629422" y="4136108"/>
            <a:ext cx="11340361" cy="1179963"/>
          </a:xfrm>
          <a:prstGeom prst="roundRect">
            <a:avLst/>
          </a:prstGeom>
          <a:gradFill flip="none" rotWithShape="1">
            <a:gsLst>
              <a:gs pos="0">
                <a:srgbClr val="F79646">
                  <a:lumMod val="40000"/>
                  <a:lumOff val="60000"/>
                </a:srgbClr>
              </a:gs>
              <a:gs pos="46000">
                <a:srgbClr val="F79646">
                  <a:lumMod val="95000"/>
                  <a:lumOff val="5000"/>
                </a:srgbClr>
              </a:gs>
              <a:gs pos="100000">
                <a:srgbClr val="F79646">
                  <a:lumMod val="60000"/>
                </a:srgbClr>
              </a:gs>
            </a:gsLst>
            <a:path path="circle">
              <a:fillToRect l="50000" t="130000" r="50000" b="-30000"/>
            </a:path>
            <a:tileRect/>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a:buClrTx/>
              <a:defRPr sz="1800" b="1"/>
            </a:pPr>
            <a:r>
              <a:rPr lang="en-IN" sz="2400" b="1" dirty="0">
                <a:solidFill>
                  <a:srgbClr val="1F497D"/>
                </a:solidFill>
              </a:rPr>
              <a:t>Startups</a:t>
            </a:r>
          </a:p>
          <a:p>
            <a:pPr>
              <a:defRPr sz="1400"/>
            </a:pPr>
            <a:r>
              <a:rPr lang="en-US" sz="1867" kern="0" dirty="0">
                <a:solidFill>
                  <a:srgbClr val="1F497D"/>
                </a:solidFill>
                <a:latin typeface="Arial"/>
              </a:rPr>
              <a:t>                           </a:t>
            </a:r>
            <a:r>
              <a:rPr lang="en-US" sz="2000" dirty="0"/>
              <a:t>EdTech (Programming Learning Platforms) | Custom Software Development | Automation Solutions for SMEs | Business Management Applications | SaaS-Based Utility Software</a:t>
            </a:r>
          </a:p>
          <a:p>
            <a:pPr>
              <a:defRPr sz="1400"/>
            </a:pPr>
            <a:endParaRPr lang="en-US" sz="1867" dirty="0">
              <a:solidFill>
                <a:schemeClr val="bg2"/>
              </a:solidFill>
            </a:endParaRPr>
          </a:p>
        </p:txBody>
      </p:sp>
      <p:sp>
        <p:nvSpPr>
          <p:cNvPr id="16" name="Rounded Rectangle 3">
            <a:extLst>
              <a:ext uri="{FF2B5EF4-FFF2-40B4-BE49-F238E27FC236}">
                <a16:creationId xmlns:a16="http://schemas.microsoft.com/office/drawing/2014/main" id="{5640909D-BEE2-4743-C6DF-E1B24392F982}"/>
              </a:ext>
            </a:extLst>
          </p:cNvPr>
          <p:cNvSpPr/>
          <p:nvPr/>
        </p:nvSpPr>
        <p:spPr>
          <a:xfrm>
            <a:off x="629421" y="5477190"/>
            <a:ext cx="11340361" cy="1101272"/>
          </a:xfrm>
          <a:prstGeom prst="roundRect">
            <a:avLst/>
          </a:prstGeom>
          <a:gradFill flip="none" rotWithShape="1">
            <a:gsLst>
              <a:gs pos="0">
                <a:srgbClr val="F79646">
                  <a:lumMod val="40000"/>
                  <a:lumOff val="60000"/>
                </a:srgbClr>
              </a:gs>
              <a:gs pos="46000">
                <a:srgbClr val="F79646">
                  <a:lumMod val="95000"/>
                  <a:lumOff val="5000"/>
                </a:srgbClr>
              </a:gs>
              <a:gs pos="100000">
                <a:srgbClr val="F79646">
                  <a:lumMod val="60000"/>
                </a:srgbClr>
              </a:gs>
            </a:gsLst>
            <a:path path="circle">
              <a:fillToRect l="50000" t="130000" r="50000" b="-30000"/>
            </a:path>
            <a:tileRect/>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a:buClrTx/>
              <a:defRPr sz="1800" b="1"/>
            </a:pPr>
            <a:r>
              <a:rPr lang="en-IN" sz="2400" b="1" dirty="0">
                <a:solidFill>
                  <a:srgbClr val="1F497D"/>
                </a:solidFill>
              </a:rPr>
              <a:t>Industry Collaboration</a:t>
            </a:r>
          </a:p>
          <a:p>
            <a:pPr>
              <a:defRPr sz="1400"/>
            </a:pPr>
            <a:r>
              <a:rPr lang="en-US" sz="1867" kern="0" dirty="0">
                <a:solidFill>
                  <a:srgbClr val="1F497D"/>
                </a:solidFill>
                <a:latin typeface="Arial"/>
              </a:rPr>
              <a:t>                           </a:t>
            </a:r>
            <a:r>
              <a:rPr lang="en-US" sz="1867" dirty="0"/>
              <a:t>Mini Software Development Projects | Industry-Sponsored Programming Assignments | Open-Source Contributions | Consultancy for Basic Software Automation</a:t>
            </a:r>
          </a:p>
        </p:txBody>
      </p:sp>
    </p:spTree>
    <p:extLst>
      <p:ext uri="{BB962C8B-B14F-4D97-AF65-F5344CB8AC3E}">
        <p14:creationId xmlns:p14="http://schemas.microsoft.com/office/powerpoint/2010/main" val="11542624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C6628527-985E-B9B2-A98C-B959D3FD645B}"/>
            </a:ext>
          </a:extLst>
        </p:cNvPr>
        <p:cNvGrpSpPr/>
        <p:nvPr/>
      </p:nvGrpSpPr>
      <p:grpSpPr>
        <a:xfrm>
          <a:off x="0" y="0"/>
          <a:ext cx="0" cy="0"/>
          <a:chOff x="0" y="0"/>
          <a:chExt cx="0" cy="0"/>
        </a:xfrm>
      </p:grpSpPr>
      <p:sp>
        <p:nvSpPr>
          <p:cNvPr id="241" name="Google Shape;241;p43">
            <a:extLst>
              <a:ext uri="{FF2B5EF4-FFF2-40B4-BE49-F238E27FC236}">
                <a16:creationId xmlns:a16="http://schemas.microsoft.com/office/drawing/2014/main" id="{313A7761-15EB-A9F9-D97E-31F9A8D4E1ED}"/>
              </a:ext>
            </a:extLst>
          </p:cNvPr>
          <p:cNvSpPr txBox="1">
            <a:spLocks noGrp="1"/>
          </p:cNvSpPr>
          <p:nvPr>
            <p:ph type="title"/>
          </p:nvPr>
        </p:nvSpPr>
        <p:spPr>
          <a:xfrm>
            <a:off x="846834" y="921765"/>
            <a:ext cx="10798629" cy="443198"/>
          </a:xfrm>
          <a:prstGeom prst="rect">
            <a:avLst/>
          </a:prstGeom>
        </p:spPr>
        <p:txBody>
          <a:bodyPr spcFirstLastPara="1" vert="horz" wrap="square" lIns="0" tIns="0" rIns="0" bIns="0" numCol="1" anchor="t" anchorCtr="0" compatLnSpc="1">
            <a:prstTxWarp prst="textNoShape">
              <a:avLst/>
            </a:prstTxWarp>
            <a:spAutoFit/>
          </a:bodyPr>
          <a:lstStyle/>
          <a:p>
            <a:r>
              <a:rPr lang="en-GB" sz="3200" dirty="0"/>
              <a:t>Innovation, Research &amp; Project Opportunities</a:t>
            </a:r>
          </a:p>
        </p:txBody>
      </p:sp>
      <p:graphicFrame>
        <p:nvGraphicFramePr>
          <p:cNvPr id="2" name="Table 1">
            <a:extLst>
              <a:ext uri="{FF2B5EF4-FFF2-40B4-BE49-F238E27FC236}">
                <a16:creationId xmlns:a16="http://schemas.microsoft.com/office/drawing/2014/main" id="{A936BE04-3759-851F-C371-5D8FFBC66FC0}"/>
              </a:ext>
            </a:extLst>
          </p:cNvPr>
          <p:cNvGraphicFramePr>
            <a:graphicFrameLocks noGrp="1"/>
          </p:cNvGraphicFramePr>
          <p:nvPr>
            <p:extLst>
              <p:ext uri="{D42A27DB-BD31-4B8C-83A1-F6EECF244321}">
                <p14:modId xmlns:p14="http://schemas.microsoft.com/office/powerpoint/2010/main" val="1904238361"/>
              </p:ext>
            </p:extLst>
          </p:nvPr>
        </p:nvGraphicFramePr>
        <p:xfrm>
          <a:off x="1586753" y="1649505"/>
          <a:ext cx="8824804" cy="4724608"/>
        </p:xfrm>
        <a:graphic>
          <a:graphicData uri="http://schemas.openxmlformats.org/drawingml/2006/table">
            <a:tbl>
              <a:tblPr firstRow="1" bandRow="1">
                <a:tableStyleId>{638B1855-1B75-4FBE-930C-398BA8C253C6}</a:tableStyleId>
              </a:tblPr>
              <a:tblGrid>
                <a:gridCol w="4412402">
                  <a:extLst>
                    <a:ext uri="{9D8B030D-6E8A-4147-A177-3AD203B41FA5}">
                      <a16:colId xmlns:a16="http://schemas.microsoft.com/office/drawing/2014/main" val="938755436"/>
                    </a:ext>
                  </a:extLst>
                </a:gridCol>
                <a:gridCol w="4412402">
                  <a:extLst>
                    <a:ext uri="{9D8B030D-6E8A-4147-A177-3AD203B41FA5}">
                      <a16:colId xmlns:a16="http://schemas.microsoft.com/office/drawing/2014/main" val="403010438"/>
                    </a:ext>
                  </a:extLst>
                </a:gridCol>
              </a:tblGrid>
              <a:tr h="2390096">
                <a:tc>
                  <a:txBody>
                    <a:bodyPr/>
                    <a:lstStyle/>
                    <a:p>
                      <a:pPr algn="ctr">
                        <a:defRPr sz="1800" b="1"/>
                      </a:pPr>
                      <a:r>
                        <a:rPr lang="en-US" sz="2400" dirty="0">
                          <a:solidFill>
                            <a:schemeClr val="accent6">
                              <a:lumMod val="50000"/>
                            </a:schemeClr>
                          </a:solidFill>
                        </a:rPr>
                        <a:t>Research Areas</a:t>
                      </a:r>
                    </a:p>
                    <a:p>
                      <a:pPr marL="285750" indent="-285750">
                        <a:buFont typeface="Arial" panose="020B0604020202020204" pitchFamily="34" charset="0"/>
                        <a:buChar char="•"/>
                      </a:pPr>
                      <a:r>
                        <a:rPr lang="en-US" sz="1800" dirty="0"/>
                        <a:t>Structured Programming Techniques</a:t>
                      </a:r>
                    </a:p>
                    <a:p>
                      <a:pPr marL="285750" indent="-285750">
                        <a:buFont typeface="Arial" panose="020B0604020202020204" pitchFamily="34" charset="0"/>
                        <a:buChar char="•"/>
                      </a:pPr>
                      <a:r>
                        <a:rPr lang="en-US" sz="1800" dirty="0"/>
                        <a:t>Program Analysis &amp; Optimization</a:t>
                      </a:r>
                    </a:p>
                    <a:p>
                      <a:pPr marL="285750" indent="-285750">
                        <a:buFont typeface="Arial" panose="020B0604020202020204" pitchFamily="34" charset="0"/>
                        <a:buChar char="•"/>
                      </a:pPr>
                      <a:r>
                        <a:rPr lang="en-US" sz="1800" dirty="0"/>
                        <a:t>Memory Management &amp; Pointer-Based Programming</a:t>
                      </a:r>
                    </a:p>
                    <a:p>
                      <a:pPr marL="285750" indent="-285750">
                        <a:buFont typeface="Arial" panose="020B0604020202020204" pitchFamily="34" charset="0"/>
                        <a:buChar char="•"/>
                      </a:pPr>
                      <a:r>
                        <a:rPr lang="en-US" sz="1800" dirty="0"/>
                        <a:t>Software Development Methodologies</a:t>
                      </a:r>
                      <a:endParaRPr lang="en-IN" sz="1800" dirty="0"/>
                    </a:p>
                  </a:txBody>
                  <a:tcPr marL="121920" marR="121920" marT="60960" marB="60960"/>
                </a:tc>
                <a:tc>
                  <a:txBody>
                    <a:bodyPr/>
                    <a:lstStyle/>
                    <a:p>
                      <a:pPr marR="0" algn="ctr" rtl="0">
                        <a:lnSpc>
                          <a:spcPct val="100000"/>
                        </a:lnSpc>
                        <a:spcBef>
                          <a:spcPts val="0"/>
                        </a:spcBef>
                        <a:spcAft>
                          <a:spcPts val="0"/>
                        </a:spcAft>
                        <a:buClr>
                          <a:srgbClr val="000000"/>
                        </a:buClr>
                        <a:buFont typeface="Arial"/>
                        <a:defRPr sz="1800" b="1"/>
                      </a:pPr>
                      <a:r>
                        <a:rPr lang="en-IN" sz="2400" b="1" i="0" u="none" strike="noStrike" cap="none" dirty="0">
                          <a:solidFill>
                            <a:schemeClr val="accent6">
                              <a:lumMod val="50000"/>
                            </a:schemeClr>
                          </a:solidFill>
                          <a:latin typeface="+mn-lt"/>
                          <a:ea typeface="+mn-ea"/>
                          <a:cs typeface="+mn-cs"/>
                          <a:sym typeface="Arial"/>
                        </a:rPr>
                        <a:t>Publications</a:t>
                      </a:r>
                    </a:p>
                    <a:p>
                      <a:pPr marL="285750" indent="-285750">
                        <a:buFont typeface="Arial" panose="020B0604020202020204" pitchFamily="34" charset="0"/>
                        <a:buChar char="•"/>
                        <a:defRPr sz="1400"/>
                      </a:pPr>
                      <a:r>
                        <a:rPr lang="en-IN" sz="1800" dirty="0"/>
                        <a:t>IEEE Conference papers</a:t>
                      </a:r>
                    </a:p>
                    <a:p>
                      <a:pPr marL="285750" indent="-285750">
                        <a:buFont typeface="Arial" panose="020B0604020202020204" pitchFamily="34" charset="0"/>
                        <a:buChar char="•"/>
                        <a:defRPr sz="1400"/>
                      </a:pPr>
                      <a:r>
                        <a:rPr lang="en-IN" sz="1800" dirty="0"/>
                        <a:t>Springer Publications</a:t>
                      </a:r>
                    </a:p>
                    <a:p>
                      <a:pPr marL="285750" indent="-285750">
                        <a:buFont typeface="Arial" panose="020B0604020202020204" pitchFamily="34" charset="0"/>
                        <a:buChar char="•"/>
                        <a:defRPr sz="1400"/>
                      </a:pPr>
                      <a:r>
                        <a:rPr lang="en-IN" sz="1800" dirty="0"/>
                        <a:t>Scopus Indexed Journals</a:t>
                      </a:r>
                    </a:p>
                    <a:p>
                      <a:pPr marL="285750" indent="-285750">
                        <a:buFont typeface="Arial" panose="020B0604020202020204" pitchFamily="34" charset="0"/>
                        <a:buChar char="•"/>
                        <a:defRPr sz="1400"/>
                      </a:pPr>
                      <a:r>
                        <a:rPr lang="en-IN" sz="1800" dirty="0"/>
                        <a:t>Book Chapters</a:t>
                      </a:r>
                    </a:p>
                    <a:p>
                      <a:endParaRPr lang="en-IN" sz="1800" dirty="0"/>
                    </a:p>
                  </a:txBody>
                  <a:tcPr marL="121920" marR="121920" marT="60960" marB="60960"/>
                </a:tc>
                <a:extLst>
                  <a:ext uri="{0D108BD9-81ED-4DB2-BD59-A6C34878D82A}">
                    <a16:rowId xmlns:a16="http://schemas.microsoft.com/office/drawing/2014/main" val="3708954022"/>
                  </a:ext>
                </a:extLst>
              </a:tr>
              <a:tr h="2334512">
                <a:tc>
                  <a:txBody>
                    <a:bodyPr/>
                    <a:lstStyle/>
                    <a:p>
                      <a:pPr marR="0" algn="ctr" rtl="0">
                        <a:lnSpc>
                          <a:spcPct val="100000"/>
                        </a:lnSpc>
                        <a:spcBef>
                          <a:spcPts val="0"/>
                        </a:spcBef>
                        <a:spcAft>
                          <a:spcPts val="0"/>
                        </a:spcAft>
                        <a:buClr>
                          <a:srgbClr val="000000"/>
                        </a:buClr>
                        <a:buFont typeface="Arial"/>
                        <a:defRPr sz="1800" b="1"/>
                      </a:pPr>
                      <a:r>
                        <a:rPr lang="en-US" sz="2400" b="1" i="0" u="none" strike="noStrike" cap="none" dirty="0">
                          <a:solidFill>
                            <a:schemeClr val="accent6">
                              <a:lumMod val="50000"/>
                            </a:schemeClr>
                          </a:solidFill>
                          <a:latin typeface="+mn-lt"/>
                          <a:ea typeface="+mn-ea"/>
                          <a:cs typeface="+mn-cs"/>
                          <a:sym typeface="Arial"/>
                        </a:rPr>
                        <a:t>Innovation</a:t>
                      </a:r>
                    </a:p>
                    <a:p>
                      <a:pPr marL="285750" indent="-285750">
                        <a:buFont typeface="Arial" panose="020B0604020202020204" pitchFamily="34" charset="0"/>
                        <a:buChar char="•"/>
                      </a:pPr>
                      <a:r>
                        <a:rPr lang="en-US" sz="1800" b="1" dirty="0"/>
                        <a:t>Programming Learning &amp; Visualization Tools</a:t>
                      </a:r>
                    </a:p>
                    <a:p>
                      <a:pPr marL="285750" indent="-285750">
                        <a:buFont typeface="Arial" panose="020B0604020202020204" pitchFamily="34" charset="0"/>
                        <a:buChar char="•"/>
                      </a:pPr>
                      <a:r>
                        <a:rPr lang="en-US" sz="1800" b="1" dirty="0"/>
                        <a:t>Code Debugging and Analysis Tools</a:t>
                      </a:r>
                    </a:p>
                    <a:p>
                      <a:pPr marL="285750" indent="-285750">
                        <a:buFont typeface="Arial" panose="020B0604020202020204" pitchFamily="34" charset="0"/>
                        <a:buChar char="•"/>
                      </a:pPr>
                      <a:r>
                        <a:rPr lang="en-US" sz="1800" b="1" dirty="0"/>
                        <a:t>Educational Software Applications</a:t>
                      </a:r>
                    </a:p>
                    <a:p>
                      <a:pPr marL="285750" indent="-285750">
                        <a:buFont typeface="Arial" panose="020B0604020202020204" pitchFamily="34" charset="0"/>
                        <a:buChar char="•"/>
                      </a:pPr>
                      <a:r>
                        <a:rPr lang="en-US" sz="1800" b="1" dirty="0"/>
                        <a:t>Automation Solutions using C Programming</a:t>
                      </a:r>
                      <a:endParaRPr lang="en-IN" sz="1800" b="1" dirty="0"/>
                    </a:p>
                  </a:txBody>
                  <a:tcPr marL="121920" marR="121920" marT="60960" marB="60960"/>
                </a:tc>
                <a:tc>
                  <a:txBody>
                    <a:bodyPr/>
                    <a:lstStyle/>
                    <a:p>
                      <a:pPr algn="ctr">
                        <a:defRPr sz="1800" b="1"/>
                      </a:pPr>
                      <a:r>
                        <a:rPr lang="en-US" sz="2400" b="1" i="0" u="none" strike="noStrike" cap="none" dirty="0">
                          <a:solidFill>
                            <a:schemeClr val="accent6">
                              <a:lumMod val="50000"/>
                            </a:schemeClr>
                          </a:solidFill>
                          <a:latin typeface="+mn-lt"/>
                          <a:ea typeface="+mn-ea"/>
                          <a:cs typeface="+mn-cs"/>
                          <a:sym typeface="Arial"/>
                        </a:rPr>
                        <a:t>Competitions</a:t>
                      </a:r>
                    </a:p>
                    <a:p>
                      <a:pPr marL="285750" indent="-285750">
                        <a:buFont typeface="Arial" panose="020B0604020202020204" pitchFamily="34" charset="0"/>
                        <a:buChar char="•"/>
                      </a:pPr>
                      <a:r>
                        <a:rPr lang="en-IN" sz="1800" b="1" dirty="0"/>
                        <a:t>Smart India Hackathon (SIH)</a:t>
                      </a:r>
                    </a:p>
                    <a:p>
                      <a:pPr marL="285750" indent="-285750">
                        <a:buFont typeface="Arial" panose="020B0604020202020204" pitchFamily="34" charset="0"/>
                        <a:buChar char="•"/>
                      </a:pPr>
                      <a:r>
                        <a:rPr lang="en-IN" sz="1800" b="1" dirty="0"/>
                        <a:t>Coding Competitions (</a:t>
                      </a:r>
                      <a:r>
                        <a:rPr lang="en-IN" sz="1800" b="1" dirty="0" err="1"/>
                        <a:t>HackerRank</a:t>
                      </a:r>
                      <a:r>
                        <a:rPr lang="en-IN" sz="1800" b="1" dirty="0"/>
                        <a:t>, </a:t>
                      </a:r>
                      <a:r>
                        <a:rPr lang="en-IN" sz="1800" b="1" dirty="0" err="1"/>
                        <a:t>HackerEarth</a:t>
                      </a:r>
                      <a:r>
                        <a:rPr lang="en-IN" sz="1800" b="1" dirty="0"/>
                        <a:t>, </a:t>
                      </a:r>
                      <a:r>
                        <a:rPr lang="en-IN" sz="1800" b="1" dirty="0" err="1"/>
                        <a:t>CodeChef</a:t>
                      </a:r>
                      <a:r>
                        <a:rPr lang="en-IN" sz="1800" b="1" dirty="0"/>
                        <a:t>)</a:t>
                      </a:r>
                    </a:p>
                    <a:p>
                      <a:pPr marL="285750" indent="-285750">
                        <a:buFont typeface="Arial" panose="020B0604020202020204" pitchFamily="34" charset="0"/>
                        <a:buChar char="•"/>
                      </a:pPr>
                      <a:r>
                        <a:rPr lang="en-IN" sz="1800" b="1" dirty="0"/>
                        <a:t>Google Solution Challenge</a:t>
                      </a:r>
                    </a:p>
                    <a:p>
                      <a:pPr marL="285750" indent="-285750">
                        <a:buFont typeface="Arial" panose="020B0604020202020204" pitchFamily="34" charset="0"/>
                        <a:buChar char="•"/>
                      </a:pPr>
                      <a:r>
                        <a:rPr lang="en-IN" sz="1800" b="1" dirty="0"/>
                        <a:t>Patent Filing</a:t>
                      </a:r>
                    </a:p>
                  </a:txBody>
                  <a:tcPr marL="121920" marR="121920" marT="60960" marB="60960"/>
                </a:tc>
                <a:extLst>
                  <a:ext uri="{0D108BD9-81ED-4DB2-BD59-A6C34878D82A}">
                    <a16:rowId xmlns:a16="http://schemas.microsoft.com/office/drawing/2014/main" val="2568206849"/>
                  </a:ext>
                </a:extLst>
              </a:tr>
            </a:tbl>
          </a:graphicData>
        </a:graphic>
      </p:graphicFrame>
    </p:spTree>
    <p:extLst>
      <p:ext uri="{BB962C8B-B14F-4D97-AF65-F5344CB8AC3E}">
        <p14:creationId xmlns:p14="http://schemas.microsoft.com/office/powerpoint/2010/main" val="27026063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D6DB0E2B-F465-1208-3943-3B79AE548DA7}"/>
            </a:ext>
          </a:extLst>
        </p:cNvPr>
        <p:cNvGrpSpPr/>
        <p:nvPr/>
      </p:nvGrpSpPr>
      <p:grpSpPr>
        <a:xfrm>
          <a:off x="0" y="0"/>
          <a:ext cx="0" cy="0"/>
          <a:chOff x="0" y="0"/>
          <a:chExt cx="0" cy="0"/>
        </a:xfrm>
      </p:grpSpPr>
      <p:sp>
        <p:nvSpPr>
          <p:cNvPr id="241" name="Google Shape;241;p43">
            <a:extLst>
              <a:ext uri="{FF2B5EF4-FFF2-40B4-BE49-F238E27FC236}">
                <a16:creationId xmlns:a16="http://schemas.microsoft.com/office/drawing/2014/main" id="{B5E26173-5B06-E77F-A8C9-2DED246CEDC2}"/>
              </a:ext>
            </a:extLst>
          </p:cNvPr>
          <p:cNvSpPr txBox="1">
            <a:spLocks noGrp="1"/>
          </p:cNvSpPr>
          <p:nvPr>
            <p:ph type="title"/>
          </p:nvPr>
        </p:nvSpPr>
        <p:spPr>
          <a:xfrm>
            <a:off x="846834" y="921765"/>
            <a:ext cx="10798629" cy="443198"/>
          </a:xfrm>
          <a:prstGeom prst="rect">
            <a:avLst/>
          </a:prstGeom>
        </p:spPr>
        <p:txBody>
          <a:bodyPr spcFirstLastPara="1" vert="horz" wrap="square" lIns="0" tIns="0" rIns="0" bIns="0" numCol="1" anchor="t" anchorCtr="0" compatLnSpc="1">
            <a:prstTxWarp prst="textNoShape">
              <a:avLst/>
            </a:prstTxWarp>
            <a:spAutoFit/>
          </a:bodyPr>
          <a:lstStyle/>
          <a:p>
            <a:r>
              <a:rPr lang="en-GB" sz="3200" dirty="0"/>
              <a:t>Skill Attainment</a:t>
            </a:r>
          </a:p>
        </p:txBody>
      </p:sp>
      <p:graphicFrame>
        <p:nvGraphicFramePr>
          <p:cNvPr id="3" name="Table 2">
            <a:extLst>
              <a:ext uri="{FF2B5EF4-FFF2-40B4-BE49-F238E27FC236}">
                <a16:creationId xmlns:a16="http://schemas.microsoft.com/office/drawing/2014/main" id="{42A81C07-65C6-DAFD-316E-6A7A5834B62F}"/>
              </a:ext>
            </a:extLst>
          </p:cNvPr>
          <p:cNvGraphicFramePr>
            <a:graphicFrameLocks noGrp="1"/>
          </p:cNvGraphicFramePr>
          <p:nvPr>
            <p:extLst>
              <p:ext uri="{D42A27DB-BD31-4B8C-83A1-F6EECF244321}">
                <p14:modId xmlns:p14="http://schemas.microsoft.com/office/powerpoint/2010/main" val="741470183"/>
              </p:ext>
            </p:extLst>
          </p:nvPr>
        </p:nvGraphicFramePr>
        <p:xfrm>
          <a:off x="1010995" y="1414209"/>
          <a:ext cx="10798629" cy="4785360"/>
        </p:xfrm>
        <a:graphic>
          <a:graphicData uri="http://schemas.openxmlformats.org/drawingml/2006/table">
            <a:tbl>
              <a:tblPr firstRow="1" bandRow="1"/>
              <a:tblGrid>
                <a:gridCol w="3599543">
                  <a:extLst>
                    <a:ext uri="{9D8B030D-6E8A-4147-A177-3AD203B41FA5}">
                      <a16:colId xmlns:a16="http://schemas.microsoft.com/office/drawing/2014/main" val="147195528"/>
                    </a:ext>
                  </a:extLst>
                </a:gridCol>
                <a:gridCol w="3161862">
                  <a:extLst>
                    <a:ext uri="{9D8B030D-6E8A-4147-A177-3AD203B41FA5}">
                      <a16:colId xmlns:a16="http://schemas.microsoft.com/office/drawing/2014/main" val="3690642760"/>
                    </a:ext>
                  </a:extLst>
                </a:gridCol>
                <a:gridCol w="4037224">
                  <a:extLst>
                    <a:ext uri="{9D8B030D-6E8A-4147-A177-3AD203B41FA5}">
                      <a16:colId xmlns:a16="http://schemas.microsoft.com/office/drawing/2014/main" val="2145485244"/>
                    </a:ext>
                  </a:extLst>
                </a:gridCol>
              </a:tblGrid>
              <a:tr h="4577548">
                <a:tc>
                  <a:txBody>
                    <a:bodyPr/>
                    <a:lstStyle/>
                    <a:p>
                      <a:r>
                        <a:rPr lang="en-IN" sz="1700" b="1" dirty="0">
                          <a:highlight>
                            <a:srgbClr val="C0C0C0"/>
                          </a:highlight>
                        </a:rPr>
                        <a:t>Technical Skills</a:t>
                      </a:r>
                    </a:p>
                    <a:p>
                      <a:endParaRPr lang="en-US" sz="1700" dirty="0"/>
                    </a:p>
                    <a:p>
                      <a:pPr marL="285750" indent="-285750">
                        <a:lnSpc>
                          <a:spcPct val="150000"/>
                        </a:lnSpc>
                        <a:buFont typeface="Arial" panose="020B0604020202020204" pitchFamily="34" charset="0"/>
                        <a:buChar char="•"/>
                      </a:pPr>
                      <a:r>
                        <a:rPr lang="en-IN" sz="1600" kern="1200" dirty="0">
                          <a:solidFill>
                            <a:schemeClr val="tx1"/>
                          </a:solidFill>
                          <a:effectLst/>
                          <a:latin typeface="+mn-lt"/>
                          <a:ea typeface="+mn-ea"/>
                          <a:cs typeface="+mn-cs"/>
                        </a:rPr>
                        <a:t>C Programming Fundamentals</a:t>
                      </a:r>
                    </a:p>
                    <a:p>
                      <a:pPr marL="285750" indent="-285750">
                        <a:lnSpc>
                          <a:spcPct val="150000"/>
                        </a:lnSpc>
                        <a:buFont typeface="Arial" panose="020B0604020202020204" pitchFamily="34" charset="0"/>
                        <a:buChar char="•"/>
                      </a:pPr>
                      <a:r>
                        <a:rPr lang="en-IN" sz="1600" kern="1200" dirty="0">
                          <a:solidFill>
                            <a:schemeClr val="tx1"/>
                          </a:solidFill>
                          <a:effectLst/>
                          <a:latin typeface="+mn-lt"/>
                          <a:ea typeface="+mn-ea"/>
                          <a:cs typeface="+mn-cs"/>
                        </a:rPr>
                        <a:t>Variables, Data Types &amp; Operators</a:t>
                      </a:r>
                    </a:p>
                    <a:p>
                      <a:pPr marL="285750" indent="-285750">
                        <a:lnSpc>
                          <a:spcPct val="150000"/>
                        </a:lnSpc>
                        <a:buFont typeface="Arial" panose="020B0604020202020204" pitchFamily="34" charset="0"/>
                        <a:buChar char="•"/>
                      </a:pPr>
                      <a:r>
                        <a:rPr lang="en-IN" sz="1600" kern="1200" dirty="0">
                          <a:solidFill>
                            <a:schemeClr val="tx1"/>
                          </a:solidFill>
                          <a:effectLst/>
                          <a:latin typeface="+mn-lt"/>
                          <a:ea typeface="+mn-ea"/>
                          <a:cs typeface="+mn-cs"/>
                        </a:rPr>
                        <a:t>Decision Making &amp; Looping Constructs</a:t>
                      </a:r>
                    </a:p>
                    <a:p>
                      <a:pPr marL="285750" indent="-285750">
                        <a:lnSpc>
                          <a:spcPct val="150000"/>
                        </a:lnSpc>
                        <a:buFont typeface="Arial" panose="020B0604020202020204" pitchFamily="34" charset="0"/>
                        <a:buChar char="•"/>
                      </a:pPr>
                      <a:r>
                        <a:rPr lang="en-IN" sz="1600" kern="1200" dirty="0">
                          <a:solidFill>
                            <a:schemeClr val="tx1"/>
                          </a:solidFill>
                          <a:effectLst/>
                          <a:latin typeface="+mn-lt"/>
                          <a:ea typeface="+mn-ea"/>
                          <a:cs typeface="+mn-cs"/>
                        </a:rPr>
                        <a:t>Functions &amp; Modular Programming</a:t>
                      </a:r>
                    </a:p>
                    <a:p>
                      <a:pPr marL="285750" indent="-285750">
                        <a:lnSpc>
                          <a:spcPct val="150000"/>
                        </a:lnSpc>
                        <a:buFont typeface="Arial" panose="020B0604020202020204" pitchFamily="34" charset="0"/>
                        <a:buChar char="•"/>
                      </a:pPr>
                      <a:r>
                        <a:rPr lang="en-IN" sz="1600" kern="1200" dirty="0">
                          <a:solidFill>
                            <a:schemeClr val="tx1"/>
                          </a:solidFill>
                          <a:effectLst/>
                          <a:latin typeface="+mn-lt"/>
                          <a:ea typeface="+mn-ea"/>
                          <a:cs typeface="+mn-cs"/>
                        </a:rPr>
                        <a:t>Arrays, Pointers &amp; Dynamic Memory Allocation</a:t>
                      </a:r>
                    </a:p>
                    <a:p>
                      <a:pPr marL="285750" indent="-285750">
                        <a:lnSpc>
                          <a:spcPct val="150000"/>
                        </a:lnSpc>
                        <a:buFont typeface="Arial" panose="020B0604020202020204" pitchFamily="34" charset="0"/>
                        <a:buChar char="•"/>
                      </a:pPr>
                      <a:r>
                        <a:rPr lang="en-IN" sz="1600" kern="1200" dirty="0">
                          <a:solidFill>
                            <a:schemeClr val="tx1"/>
                          </a:solidFill>
                          <a:effectLst/>
                          <a:latin typeface="+mn-lt"/>
                          <a:ea typeface="+mn-ea"/>
                          <a:cs typeface="+mn-cs"/>
                        </a:rPr>
                        <a:t> Strings, Structures &amp; Unions</a:t>
                      </a:r>
                    </a:p>
                    <a:p>
                      <a:pPr marL="285750" indent="-285750">
                        <a:lnSpc>
                          <a:spcPct val="150000"/>
                        </a:lnSpc>
                        <a:buFont typeface="Arial" panose="020B0604020202020204" pitchFamily="34" charset="0"/>
                        <a:buChar char="•"/>
                      </a:pPr>
                      <a:r>
                        <a:rPr lang="en-IN" sz="1600" kern="1200" dirty="0">
                          <a:solidFill>
                            <a:schemeClr val="tx1"/>
                          </a:solidFill>
                          <a:effectLst/>
                          <a:latin typeface="+mn-lt"/>
                          <a:ea typeface="+mn-ea"/>
                          <a:cs typeface="+mn-cs"/>
                        </a:rPr>
                        <a:t>Program Testing &amp; Code Optimization</a:t>
                      </a:r>
                      <a:endParaRPr lang="en-US" sz="2000" dirty="0"/>
                    </a:p>
                  </a:txBody>
                  <a:tcPr marL="121920" marR="121920" marT="60960" marB="60960">
                    <a:solidFill>
                      <a:schemeClr val="bg1"/>
                    </a:solidFill>
                  </a:tcPr>
                </a:tc>
                <a:tc>
                  <a:txBody>
                    <a:bodyPr/>
                    <a:lstStyle/>
                    <a:p>
                      <a:r>
                        <a:rPr lang="en-IN" sz="1700" b="1" dirty="0">
                          <a:highlight>
                            <a:srgbClr val="C0C0C0"/>
                          </a:highlight>
                        </a:rPr>
                        <a:t>Professional Skills</a:t>
                      </a:r>
                    </a:p>
                    <a:p>
                      <a:pPr marR="0" algn="l" rtl="0">
                        <a:lnSpc>
                          <a:spcPct val="100000"/>
                        </a:lnSpc>
                        <a:spcBef>
                          <a:spcPts val="0"/>
                        </a:spcBef>
                        <a:spcAft>
                          <a:spcPts val="0"/>
                        </a:spcAft>
                        <a:buClr>
                          <a:srgbClr val="000000"/>
                        </a:buClr>
                        <a:buFont typeface="Arial"/>
                      </a:pPr>
                      <a:endParaRPr lang="en-US" sz="1700" dirty="0"/>
                    </a:p>
                    <a:p>
                      <a:pPr marL="285750" marR="0" indent="-285750" algn="l" rtl="0">
                        <a:lnSpc>
                          <a:spcPct val="150000"/>
                        </a:lnSpc>
                        <a:spcBef>
                          <a:spcPts val="0"/>
                        </a:spcBef>
                        <a:spcAft>
                          <a:spcPts val="0"/>
                        </a:spcAft>
                        <a:buClr>
                          <a:srgbClr val="000000"/>
                        </a:buClr>
                        <a:buFont typeface="Arial" panose="020B0604020202020204" pitchFamily="34" charset="0"/>
                        <a:buChar char="•"/>
                      </a:pPr>
                      <a:r>
                        <a:rPr lang="en-IN" sz="1600" kern="1200" dirty="0">
                          <a:solidFill>
                            <a:schemeClr val="tx1"/>
                          </a:solidFill>
                          <a:effectLst/>
                          <a:latin typeface="+mn-lt"/>
                          <a:ea typeface="+mn-ea"/>
                          <a:cs typeface="+mn-cs"/>
                        </a:rPr>
                        <a:t>Logical &amp; Analytical Thinking</a:t>
                      </a:r>
                    </a:p>
                    <a:p>
                      <a:pPr marL="285750" marR="0" indent="-285750" algn="l" rtl="0">
                        <a:lnSpc>
                          <a:spcPct val="150000"/>
                        </a:lnSpc>
                        <a:spcBef>
                          <a:spcPts val="0"/>
                        </a:spcBef>
                        <a:spcAft>
                          <a:spcPts val="0"/>
                        </a:spcAft>
                        <a:buClr>
                          <a:srgbClr val="000000"/>
                        </a:buClr>
                        <a:buFont typeface="Arial" panose="020B0604020202020204" pitchFamily="34" charset="0"/>
                        <a:buChar char="•"/>
                      </a:pPr>
                      <a:r>
                        <a:rPr lang="en-IN" sz="1600" kern="1200" dirty="0">
                          <a:solidFill>
                            <a:schemeClr val="tx1"/>
                          </a:solidFill>
                          <a:effectLst/>
                          <a:latin typeface="+mn-lt"/>
                          <a:ea typeface="+mn-ea"/>
                          <a:cs typeface="+mn-cs"/>
                        </a:rPr>
                        <a:t>Computational Problem Solving</a:t>
                      </a:r>
                    </a:p>
                    <a:p>
                      <a:pPr marL="285750" marR="0" indent="-285750" algn="l" rtl="0">
                        <a:lnSpc>
                          <a:spcPct val="150000"/>
                        </a:lnSpc>
                        <a:spcBef>
                          <a:spcPts val="0"/>
                        </a:spcBef>
                        <a:spcAft>
                          <a:spcPts val="0"/>
                        </a:spcAft>
                        <a:buClr>
                          <a:srgbClr val="000000"/>
                        </a:buClr>
                        <a:buFont typeface="Arial" panose="020B0604020202020204" pitchFamily="34" charset="0"/>
                        <a:buChar char="•"/>
                      </a:pPr>
                      <a:r>
                        <a:rPr lang="en-IN" sz="1600" kern="1200" dirty="0">
                          <a:solidFill>
                            <a:schemeClr val="tx1"/>
                          </a:solidFill>
                          <a:effectLst/>
                          <a:latin typeface="+mn-lt"/>
                          <a:ea typeface="+mn-ea"/>
                          <a:cs typeface="+mn-cs"/>
                        </a:rPr>
                        <a:t>Critical Thinking</a:t>
                      </a:r>
                    </a:p>
                    <a:p>
                      <a:pPr marL="285750" marR="0" indent="-285750" algn="l" rtl="0">
                        <a:lnSpc>
                          <a:spcPct val="150000"/>
                        </a:lnSpc>
                        <a:spcBef>
                          <a:spcPts val="0"/>
                        </a:spcBef>
                        <a:spcAft>
                          <a:spcPts val="0"/>
                        </a:spcAft>
                        <a:buClr>
                          <a:srgbClr val="000000"/>
                        </a:buClr>
                        <a:buFont typeface="Arial" panose="020B0604020202020204" pitchFamily="34" charset="0"/>
                        <a:buChar char="•"/>
                      </a:pPr>
                      <a:r>
                        <a:rPr lang="en-IN" sz="1600" kern="1200" dirty="0">
                          <a:solidFill>
                            <a:schemeClr val="tx1"/>
                          </a:solidFill>
                          <a:effectLst/>
                          <a:latin typeface="+mn-lt"/>
                          <a:ea typeface="+mn-ea"/>
                          <a:cs typeface="+mn-cs"/>
                        </a:rPr>
                        <a:t>Debugging &amp; Troubleshooting</a:t>
                      </a:r>
                    </a:p>
                    <a:p>
                      <a:pPr marL="342900" marR="0" indent="-342900" algn="l" rtl="0">
                        <a:lnSpc>
                          <a:spcPct val="150000"/>
                        </a:lnSpc>
                        <a:spcBef>
                          <a:spcPts val="0"/>
                        </a:spcBef>
                        <a:spcAft>
                          <a:spcPts val="0"/>
                        </a:spcAft>
                        <a:buClr>
                          <a:srgbClr val="000000"/>
                        </a:buClr>
                        <a:buFont typeface="Arial" panose="020B0604020202020204" pitchFamily="34" charset="0"/>
                        <a:buChar char="•"/>
                      </a:pPr>
                      <a:r>
                        <a:rPr lang="en-IN" sz="1600" dirty="0"/>
                        <a:t>Team collaboration</a:t>
                      </a:r>
                    </a:p>
                    <a:p>
                      <a:pPr marL="285750" marR="0" indent="-285750" algn="l" rtl="0">
                        <a:lnSpc>
                          <a:spcPct val="150000"/>
                        </a:lnSpc>
                        <a:spcBef>
                          <a:spcPts val="0"/>
                        </a:spcBef>
                        <a:spcAft>
                          <a:spcPts val="0"/>
                        </a:spcAft>
                        <a:buClr>
                          <a:srgbClr val="000000"/>
                        </a:buClr>
                        <a:buFont typeface="Arial" panose="020B0604020202020204" pitchFamily="34" charset="0"/>
                        <a:buChar char="•"/>
                      </a:pPr>
                      <a:r>
                        <a:rPr lang="en-IN" sz="1600" kern="1200" dirty="0">
                          <a:solidFill>
                            <a:schemeClr val="tx1"/>
                          </a:solidFill>
                          <a:effectLst/>
                          <a:latin typeface="+mn-lt"/>
                          <a:ea typeface="+mn-ea"/>
                          <a:cs typeface="+mn-cs"/>
                        </a:rPr>
                        <a:t> Technical Documentation</a:t>
                      </a:r>
                    </a:p>
                    <a:p>
                      <a:pPr marL="285750" marR="0" indent="-285750" algn="l" rtl="0">
                        <a:lnSpc>
                          <a:spcPct val="150000"/>
                        </a:lnSpc>
                        <a:spcBef>
                          <a:spcPts val="0"/>
                        </a:spcBef>
                        <a:spcAft>
                          <a:spcPts val="0"/>
                        </a:spcAft>
                        <a:buClr>
                          <a:srgbClr val="000000"/>
                        </a:buClr>
                        <a:buFont typeface="Arial" panose="020B0604020202020204" pitchFamily="34" charset="0"/>
                        <a:buChar char="•"/>
                      </a:pPr>
                      <a:r>
                        <a:rPr lang="en-IN" sz="1600" kern="1200" dirty="0">
                          <a:solidFill>
                            <a:schemeClr val="tx1"/>
                          </a:solidFill>
                          <a:effectLst/>
                          <a:latin typeface="+mn-lt"/>
                          <a:ea typeface="+mn-ea"/>
                          <a:cs typeface="+mn-cs"/>
                        </a:rPr>
                        <a:t>Presentation &amp; Communication Skills</a:t>
                      </a:r>
                      <a:endParaRPr lang="en-IN" sz="1600" dirty="0"/>
                    </a:p>
                  </a:txBody>
                  <a:tcPr marL="121920" marR="121920" marT="60960" marB="60960">
                    <a:solidFill>
                      <a:schemeClr val="bg1"/>
                    </a:solidFill>
                  </a:tcPr>
                </a:tc>
                <a:tc>
                  <a:txBody>
                    <a:bodyPr/>
                    <a:lstStyle/>
                    <a:p>
                      <a:r>
                        <a:rPr lang="en-IN" sz="1700" b="1" dirty="0">
                          <a:highlight>
                            <a:srgbClr val="C0C0C0"/>
                          </a:highlight>
                        </a:rPr>
                        <a:t>Industry-Aligned Competencies</a:t>
                      </a:r>
                    </a:p>
                    <a:p>
                      <a:endParaRPr lang="en-IN" sz="1700" b="1" dirty="0">
                        <a:highlight>
                          <a:srgbClr val="C0C0C0"/>
                        </a:highlight>
                      </a:endParaRPr>
                    </a:p>
                    <a:p>
                      <a:pPr marL="285750" indent="-285750">
                        <a:buFont typeface="Arial" panose="020B0604020202020204" pitchFamily="34" charset="0"/>
                        <a:buChar char="•"/>
                      </a:pPr>
                      <a:r>
                        <a:rPr lang="en-IN" sz="1600" kern="1200" dirty="0">
                          <a:solidFill>
                            <a:schemeClr val="tx1"/>
                          </a:solidFill>
                          <a:effectLst/>
                          <a:latin typeface="+mn-lt"/>
                          <a:ea typeface="+mn-ea"/>
                          <a:cs typeface="+mn-cs"/>
                        </a:rPr>
                        <a:t>Develop structured and modular C programs for real-world applications.</a:t>
                      </a:r>
                    </a:p>
                    <a:p>
                      <a:pPr marL="285750" indent="-285750">
                        <a:buFont typeface="Arial" panose="020B0604020202020204" pitchFamily="34" charset="0"/>
                        <a:buChar char="•"/>
                      </a:pPr>
                      <a:r>
                        <a:rPr lang="en-IN" sz="1600" kern="1200" dirty="0">
                          <a:solidFill>
                            <a:schemeClr val="tx1"/>
                          </a:solidFill>
                          <a:effectLst/>
                          <a:latin typeface="+mn-lt"/>
                          <a:ea typeface="+mn-ea"/>
                          <a:cs typeface="+mn-cs"/>
                        </a:rPr>
                        <a:t>Apply control structures and functions to solve computational problems efficiently</a:t>
                      </a:r>
                    </a:p>
                    <a:p>
                      <a:pPr marL="285750" indent="-285750">
                        <a:buFont typeface="Arial" panose="020B0604020202020204" pitchFamily="34" charset="0"/>
                        <a:buChar char="•"/>
                      </a:pPr>
                      <a:r>
                        <a:rPr lang="en-IN" sz="1600" kern="1200" dirty="0">
                          <a:solidFill>
                            <a:schemeClr val="tx1"/>
                          </a:solidFill>
                          <a:effectLst/>
                          <a:latin typeface="+mn-lt"/>
                          <a:ea typeface="+mn-ea"/>
                          <a:cs typeface="+mn-cs"/>
                        </a:rPr>
                        <a:t> Implement arrays, pointers, and strings for efficient data processing.</a:t>
                      </a:r>
                    </a:p>
                    <a:p>
                      <a:pPr marL="285750" indent="-285750">
                        <a:buFont typeface="Arial" panose="020B0604020202020204" pitchFamily="34" charset="0"/>
                        <a:buChar char="•"/>
                      </a:pPr>
                      <a:r>
                        <a:rPr lang="en-IN" sz="1600" kern="1200" dirty="0">
                          <a:solidFill>
                            <a:schemeClr val="tx1"/>
                          </a:solidFill>
                          <a:effectLst/>
                          <a:latin typeface="+mn-lt"/>
                          <a:ea typeface="+mn-ea"/>
                          <a:cs typeface="+mn-cs"/>
                        </a:rPr>
                        <a:t>Design applications using structures, unions, and dynamic memory allocation.</a:t>
                      </a:r>
                    </a:p>
                    <a:p>
                      <a:pPr marL="285750" indent="-285750">
                        <a:buFont typeface="Arial" panose="020B0604020202020204" pitchFamily="34" charset="0"/>
                        <a:buChar char="•"/>
                      </a:pPr>
                      <a:r>
                        <a:rPr lang="en-IN" sz="1600" kern="1200" dirty="0">
                          <a:solidFill>
                            <a:schemeClr val="tx1"/>
                          </a:solidFill>
                          <a:effectLst/>
                          <a:latin typeface="+mn-lt"/>
                          <a:ea typeface="+mn-ea"/>
                          <a:cs typeface="+mn-cs"/>
                        </a:rPr>
                        <a:t> Develop reliable and maintainable software using structured programming principles.</a:t>
                      </a:r>
                    </a:p>
                    <a:p>
                      <a:pPr marL="285750" indent="-285750">
                        <a:buFont typeface="Arial" panose="020B0604020202020204" pitchFamily="34" charset="0"/>
                        <a:buChar char="•"/>
                      </a:pPr>
                      <a:r>
                        <a:rPr lang="en-IN" sz="1600" kern="1200" dirty="0">
                          <a:solidFill>
                            <a:schemeClr val="tx1"/>
                          </a:solidFill>
                          <a:effectLst/>
                          <a:latin typeface="+mn-lt"/>
                          <a:ea typeface="+mn-ea"/>
                          <a:cs typeface="+mn-cs"/>
                        </a:rPr>
                        <a:t>Build a strong programming foundation for advanced Computer Science courses and software development.</a:t>
                      </a:r>
                    </a:p>
                    <a:p>
                      <a:pPr marL="285750" indent="-285750">
                        <a:buFont typeface="Arial" panose="020B0604020202020204" pitchFamily="34" charset="0"/>
                        <a:buChar char="•"/>
                      </a:pPr>
                      <a:r>
                        <a:rPr lang="en-IN" sz="1600" kern="1200" dirty="0">
                          <a:solidFill>
                            <a:schemeClr val="tx1"/>
                          </a:solidFill>
                          <a:effectLst/>
                          <a:latin typeface="+mn-lt"/>
                          <a:ea typeface="+mn-ea"/>
                          <a:cs typeface="+mn-cs"/>
                        </a:rPr>
                        <a:t>Demonstrate coding proficiency required for internships, placements, and technical interviews.</a:t>
                      </a:r>
                      <a:endParaRPr lang="en-IN" sz="1600" dirty="0"/>
                    </a:p>
                  </a:txBody>
                  <a:tcPr marL="121920" marR="121920" marT="60960" marB="60960">
                    <a:solidFill>
                      <a:schemeClr val="bg1"/>
                    </a:solidFill>
                  </a:tcPr>
                </a:tc>
                <a:extLst>
                  <a:ext uri="{0D108BD9-81ED-4DB2-BD59-A6C34878D82A}">
                    <a16:rowId xmlns:a16="http://schemas.microsoft.com/office/drawing/2014/main" val="1711364684"/>
                  </a:ext>
                </a:extLst>
              </a:tr>
            </a:tbl>
          </a:graphicData>
        </a:graphic>
      </p:graphicFrame>
    </p:spTree>
    <p:extLst>
      <p:ext uri="{BB962C8B-B14F-4D97-AF65-F5344CB8AC3E}">
        <p14:creationId xmlns:p14="http://schemas.microsoft.com/office/powerpoint/2010/main" val="18733662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D5051320-E9DE-3D5F-8385-2625F151DD65}"/>
            </a:ext>
          </a:extLst>
        </p:cNvPr>
        <p:cNvGrpSpPr/>
        <p:nvPr/>
      </p:nvGrpSpPr>
      <p:grpSpPr>
        <a:xfrm>
          <a:off x="0" y="0"/>
          <a:ext cx="0" cy="0"/>
          <a:chOff x="0" y="0"/>
          <a:chExt cx="0" cy="0"/>
        </a:xfrm>
      </p:grpSpPr>
      <p:sp>
        <p:nvSpPr>
          <p:cNvPr id="241" name="Google Shape;241;p43">
            <a:extLst>
              <a:ext uri="{FF2B5EF4-FFF2-40B4-BE49-F238E27FC236}">
                <a16:creationId xmlns:a16="http://schemas.microsoft.com/office/drawing/2014/main" id="{C2A439FC-C852-8E06-49F5-A49608F25B23}"/>
              </a:ext>
            </a:extLst>
          </p:cNvPr>
          <p:cNvSpPr txBox="1">
            <a:spLocks noGrp="1"/>
          </p:cNvSpPr>
          <p:nvPr>
            <p:ph type="title"/>
          </p:nvPr>
        </p:nvSpPr>
        <p:spPr>
          <a:xfrm>
            <a:off x="810797" y="536283"/>
            <a:ext cx="10798629" cy="443198"/>
          </a:xfrm>
          <a:prstGeom prst="rect">
            <a:avLst/>
          </a:prstGeom>
        </p:spPr>
        <p:txBody>
          <a:bodyPr spcFirstLastPara="1" vert="horz" wrap="square" lIns="0" tIns="0" rIns="0" bIns="0" numCol="1" anchor="t" anchorCtr="0" compatLnSpc="1">
            <a:prstTxWarp prst="textNoShape">
              <a:avLst/>
            </a:prstTxWarp>
            <a:spAutoFit/>
          </a:bodyPr>
          <a:lstStyle/>
          <a:p>
            <a:pPr algn="ctr"/>
            <a:r>
              <a:rPr lang="en-GB" sz="3200" dirty="0"/>
              <a:t>Student Expectations &amp; Academic Conduct</a:t>
            </a:r>
          </a:p>
        </p:txBody>
      </p:sp>
      <p:sp>
        <p:nvSpPr>
          <p:cNvPr id="4" name="TextBox 3">
            <a:extLst>
              <a:ext uri="{FF2B5EF4-FFF2-40B4-BE49-F238E27FC236}">
                <a16:creationId xmlns:a16="http://schemas.microsoft.com/office/drawing/2014/main" id="{11E924DE-ECF7-EEDA-319C-C2AC8D48121C}"/>
              </a:ext>
            </a:extLst>
          </p:cNvPr>
          <p:cNvSpPr txBox="1"/>
          <p:nvPr/>
        </p:nvSpPr>
        <p:spPr>
          <a:xfrm>
            <a:off x="546537" y="979481"/>
            <a:ext cx="11327148" cy="5909310"/>
          </a:xfrm>
          <a:prstGeom prst="rect">
            <a:avLst/>
          </a:prstGeom>
          <a:noFill/>
        </p:spPr>
        <p:txBody>
          <a:bodyPr wrap="square">
            <a:spAutoFit/>
          </a:bodyPr>
          <a:lstStyle/>
          <a:p>
            <a:pPr>
              <a:buNone/>
            </a:pPr>
            <a:r>
              <a:rPr lang="en-US" b="1" dirty="0">
                <a:latin typeface="+mj-lt"/>
              </a:rPr>
              <a:t>Attendance &amp; Participation</a:t>
            </a:r>
          </a:p>
          <a:p>
            <a:pPr>
              <a:buNone/>
            </a:pPr>
            <a:r>
              <a:rPr lang="en-US" b="1" dirty="0">
                <a:latin typeface="+mj-lt"/>
              </a:rPr>
              <a:t>	• </a:t>
            </a:r>
            <a:r>
              <a:rPr lang="en-US" dirty="0">
                <a:latin typeface="+mj-lt"/>
              </a:rPr>
              <a:t>Maintain the minimum attendance as per university regulations.</a:t>
            </a:r>
          </a:p>
          <a:p>
            <a:pPr>
              <a:buNone/>
            </a:pPr>
            <a:r>
              <a:rPr lang="en-US" dirty="0">
                <a:latin typeface="+mj-lt"/>
              </a:rPr>
              <a:t>	• Actively participate in lectures, live coding sessions, laboratory exercises, quizzes, and classroom discussions.</a:t>
            </a:r>
          </a:p>
          <a:p>
            <a:pPr>
              <a:buNone/>
            </a:pPr>
            <a:r>
              <a:rPr lang="en-US" dirty="0">
                <a:latin typeface="+mj-lt"/>
              </a:rPr>
              <a:t>	• Complete pre-class preparation and engage in problem-solving and coding activities during the course.</a:t>
            </a:r>
          </a:p>
          <a:p>
            <a:pPr>
              <a:buNone/>
            </a:pPr>
            <a:endParaRPr lang="en-US" b="1" dirty="0">
              <a:latin typeface="+mj-lt"/>
            </a:endParaRPr>
          </a:p>
          <a:p>
            <a:pPr>
              <a:buNone/>
            </a:pPr>
            <a:r>
              <a:rPr lang="en-US" b="1" dirty="0">
                <a:latin typeface="+mj-lt"/>
              </a:rPr>
              <a:t>Assignments &amp; Practical Work</a:t>
            </a:r>
          </a:p>
          <a:p>
            <a:pPr>
              <a:buNone/>
            </a:pPr>
            <a:r>
              <a:rPr lang="en-US" b="1" dirty="0">
                <a:latin typeface="+mj-lt"/>
              </a:rPr>
              <a:t>	</a:t>
            </a:r>
            <a:r>
              <a:rPr lang="en-US" dirty="0">
                <a:latin typeface="+mj-lt"/>
              </a:rPr>
              <a:t>• Submit programming assignments, laboratory exercises, and mini-projects within the prescribed deadlines.</a:t>
            </a:r>
          </a:p>
          <a:p>
            <a:pPr>
              <a:buNone/>
            </a:pPr>
            <a:r>
              <a:rPr lang="en-US" dirty="0">
                <a:latin typeface="+mj-lt"/>
              </a:rPr>
              <a:t>	• Write clean, well-documented, and structured C programs following standard coding practices.</a:t>
            </a:r>
          </a:p>
          <a:p>
            <a:pPr>
              <a:buNone/>
            </a:pPr>
            <a:r>
              <a:rPr lang="en-US" dirty="0">
                <a:latin typeface="+mj-lt"/>
              </a:rPr>
              <a:t>	• Demonstrate and explain your program logic during practical evaluations whenever required.</a:t>
            </a:r>
          </a:p>
          <a:p>
            <a:pPr>
              <a:buNone/>
            </a:pPr>
            <a:endParaRPr lang="en-US" dirty="0">
              <a:latin typeface="+mj-lt"/>
            </a:endParaRPr>
          </a:p>
          <a:p>
            <a:pPr>
              <a:buNone/>
            </a:pPr>
            <a:r>
              <a:rPr lang="en-US" b="1" dirty="0">
                <a:latin typeface="+mj-lt"/>
              </a:rPr>
              <a:t>Academic Integrity</a:t>
            </a:r>
          </a:p>
          <a:p>
            <a:pPr>
              <a:buNone/>
            </a:pPr>
            <a:r>
              <a:rPr lang="en-US" b="1" dirty="0">
                <a:latin typeface="+mj-lt"/>
              </a:rPr>
              <a:t>	</a:t>
            </a:r>
            <a:r>
              <a:rPr lang="en-US" dirty="0">
                <a:latin typeface="+mj-lt"/>
              </a:rPr>
              <a:t>• Follow ethical programming practices and maintain academic honesty.</a:t>
            </a:r>
          </a:p>
          <a:p>
            <a:pPr>
              <a:buNone/>
            </a:pPr>
            <a:r>
              <a:rPr lang="en-US" dirty="0">
                <a:latin typeface="+mj-lt"/>
              </a:rPr>
              <a:t>	• Avoid plagiarism, code copying, and unauthorized use of AI-generated or third-party code submissions.</a:t>
            </a:r>
          </a:p>
          <a:p>
            <a:pPr>
              <a:buNone/>
            </a:pPr>
            <a:r>
              <a:rPr lang="en-US" dirty="0">
                <a:latin typeface="+mj-lt"/>
              </a:rPr>
              <a:t>	• Properly acknowledge any external references, libraries, or learning resources used in assignments and 	  	  projects.</a:t>
            </a:r>
          </a:p>
          <a:p>
            <a:pPr>
              <a:buNone/>
            </a:pPr>
            <a:endParaRPr lang="en-US" b="1" dirty="0">
              <a:latin typeface="+mj-lt"/>
            </a:endParaRPr>
          </a:p>
          <a:p>
            <a:pPr>
              <a:buNone/>
            </a:pPr>
            <a:r>
              <a:rPr lang="en-US" b="1" dirty="0">
                <a:latin typeface="+mj-lt"/>
              </a:rPr>
              <a:t>Professional Conduct</a:t>
            </a:r>
          </a:p>
          <a:p>
            <a:pPr>
              <a:buNone/>
            </a:pPr>
            <a:r>
              <a:rPr lang="en-US" b="1" dirty="0">
                <a:latin typeface="+mj-lt"/>
              </a:rPr>
              <a:t>	</a:t>
            </a:r>
            <a:r>
              <a:rPr lang="en-US" dirty="0">
                <a:latin typeface="+mj-lt"/>
              </a:rPr>
              <a:t>• Maintain discipline and professionalism during classroom and laboratory sessions.</a:t>
            </a:r>
          </a:p>
          <a:p>
            <a:pPr>
              <a:buNone/>
            </a:pPr>
            <a:r>
              <a:rPr lang="en-US" dirty="0">
                <a:latin typeface="+mj-lt"/>
              </a:rPr>
              <a:t>	• Collaborate effectively in team-based programming activities while ensuring individual contributions.</a:t>
            </a:r>
          </a:p>
          <a:p>
            <a:pPr>
              <a:buNone/>
            </a:pPr>
            <a:r>
              <a:rPr lang="en-US" dirty="0">
                <a:latin typeface="+mj-lt"/>
              </a:rPr>
              <a:t>	• Develop a growth mindset by accepting feedback, continuously improving programming skills, and practicing 	  lifelong learning.</a:t>
            </a:r>
          </a:p>
        </p:txBody>
      </p:sp>
    </p:spTree>
    <p:extLst>
      <p:ext uri="{BB962C8B-B14F-4D97-AF65-F5344CB8AC3E}">
        <p14:creationId xmlns:p14="http://schemas.microsoft.com/office/powerpoint/2010/main" val="41412437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7"/>
          <p:cNvSpPr txBox="1">
            <a:spLocks noGrp="1"/>
          </p:cNvSpPr>
          <p:nvPr>
            <p:ph type="ctrTitle" idx="4294967295"/>
          </p:nvPr>
        </p:nvSpPr>
        <p:spPr>
          <a:xfrm>
            <a:off x="723900" y="1823403"/>
            <a:ext cx="10744400" cy="3711200"/>
          </a:xfrm>
          <a:prstGeom prst="rect">
            <a:avLst/>
          </a:prstGeom>
          <a:noFill/>
          <a:ln>
            <a:noFill/>
          </a:ln>
        </p:spPr>
        <p:txBody>
          <a:bodyPr spcFirstLastPara="1" vert="horz" wrap="square" lIns="45700" tIns="45700" rIns="45700" bIns="45700" numCol="1" anchor="ctr" anchorCtr="0" compatLnSpc="1">
            <a:prstTxWarp prst="textNoShape">
              <a:avLst/>
            </a:prstTxWarp>
            <a:normAutofit/>
          </a:bodyPr>
          <a:lstStyle/>
          <a:p>
            <a:pPr>
              <a:spcBef>
                <a:spcPts val="0"/>
              </a:spcBef>
              <a:spcAft>
                <a:spcPts val="0"/>
              </a:spcAft>
              <a:buClr>
                <a:schemeClr val="accent2"/>
              </a:buClr>
              <a:buSzPts val="4900"/>
            </a:pPr>
            <a:r>
              <a:rPr lang="en-GB" sz="6533" dirty="0">
                <a:solidFill>
                  <a:schemeClr val="accent2"/>
                </a:solidFill>
                <a:ea typeface="Arial"/>
                <a:cs typeface="Arial"/>
                <a:sym typeface="Arial"/>
              </a:rPr>
              <a:t>Education Revolution</a:t>
            </a:r>
            <a:br>
              <a:rPr lang="en-GB" sz="6533" u="sng" dirty="0">
                <a:solidFill>
                  <a:schemeClr val="accent2"/>
                </a:solidFill>
                <a:latin typeface="Arial"/>
                <a:ea typeface="Arial"/>
                <a:cs typeface="Arial"/>
                <a:sym typeface="Arial"/>
              </a:rPr>
            </a:br>
            <a:br>
              <a:rPr lang="en-GB" sz="6533" u="sng" dirty="0">
                <a:solidFill>
                  <a:schemeClr val="accent2"/>
                </a:solidFill>
                <a:latin typeface="Arial"/>
                <a:ea typeface="Arial"/>
                <a:cs typeface="Arial"/>
                <a:sym typeface="Arial"/>
              </a:rPr>
            </a:br>
            <a:endParaRP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8"/>
          <p:cNvSpPr txBox="1">
            <a:spLocks noGrp="1"/>
          </p:cNvSpPr>
          <p:nvPr>
            <p:ph type="title"/>
          </p:nvPr>
        </p:nvSpPr>
        <p:spPr>
          <a:xfrm>
            <a:off x="1276351" y="746124"/>
            <a:ext cx="7322000" cy="945200"/>
          </a:xfrm>
          <a:prstGeom prst="rect">
            <a:avLst/>
          </a:prstGeom>
          <a:noFill/>
          <a:ln>
            <a:noFill/>
          </a:ln>
        </p:spPr>
        <p:txBody>
          <a:bodyPr spcFirstLastPara="1" vert="horz" wrap="square" lIns="45700" tIns="45700" rIns="45700" bIns="45700" numCol="1" anchor="ctr" anchorCtr="0" compatLnSpc="1">
            <a:prstTxWarp prst="textNoShape">
              <a:avLst/>
            </a:prstTxWarp>
            <a:normAutofit/>
          </a:bodyPr>
          <a:lstStyle/>
          <a:p>
            <a:pPr>
              <a:buSzPts val="2700"/>
            </a:pPr>
            <a:r>
              <a:rPr lang="en-GB" sz="3600" dirty="0">
                <a:latin typeface="Arial"/>
                <a:ea typeface="Arial"/>
                <a:cs typeface="Arial"/>
                <a:sym typeface="Arial"/>
              </a:rPr>
              <a:t>Why EDU-Revolution!!!</a:t>
            </a:r>
            <a:endParaRPr dirty="0"/>
          </a:p>
        </p:txBody>
      </p:sp>
      <p:sp>
        <p:nvSpPr>
          <p:cNvPr id="271" name="Google Shape;271;p48"/>
          <p:cNvSpPr txBox="1">
            <a:spLocks noGrp="1"/>
          </p:cNvSpPr>
          <p:nvPr>
            <p:ph type="body" idx="1"/>
          </p:nvPr>
        </p:nvSpPr>
        <p:spPr>
          <a:xfrm>
            <a:off x="1276351" y="1537971"/>
            <a:ext cx="9639200" cy="4352000"/>
          </a:xfrm>
          <a:prstGeom prst="rect">
            <a:avLst/>
          </a:prstGeom>
          <a:noFill/>
          <a:ln>
            <a:noFill/>
          </a:ln>
        </p:spPr>
        <p:txBody>
          <a:bodyPr spcFirstLastPara="1" vert="horz" wrap="square" lIns="45700" tIns="45700" rIns="45700" bIns="45700" numCol="1" anchor="t" anchorCtr="0" compatLnSpc="1">
            <a:prstTxWarp prst="textNoShape">
              <a:avLst/>
            </a:prstTxWarp>
            <a:normAutofit/>
          </a:bodyPr>
          <a:lstStyle/>
          <a:p>
            <a:pPr marL="795847" lvl="1" indent="-457189">
              <a:lnSpc>
                <a:spcPct val="135000"/>
              </a:lnSpc>
              <a:spcBef>
                <a:spcPts val="0"/>
              </a:spcBef>
              <a:buSzPts val="2100"/>
              <a:buFont typeface="Arial" panose="020B0604020202020204" pitchFamily="34" charset="0"/>
              <a:buChar char="•"/>
            </a:pPr>
            <a:r>
              <a:rPr lang="en-GB" sz="1900" dirty="0">
                <a:latin typeface="Arial"/>
                <a:ea typeface="Arial"/>
                <a:cs typeface="Arial"/>
                <a:sym typeface="Arial"/>
              </a:rPr>
              <a:t>Career Readiness</a:t>
            </a:r>
            <a:endParaRPr sz="1900" dirty="0"/>
          </a:p>
          <a:p>
            <a:pPr marL="795847" lvl="1" indent="-457189">
              <a:lnSpc>
                <a:spcPct val="135000"/>
              </a:lnSpc>
              <a:spcBef>
                <a:spcPts val="0"/>
              </a:spcBef>
              <a:buSzPts val="2100"/>
              <a:buFont typeface="Arial" panose="020B0604020202020204" pitchFamily="34" charset="0"/>
              <a:buChar char="•"/>
            </a:pPr>
            <a:r>
              <a:rPr lang="en-GB" sz="1900" dirty="0">
                <a:latin typeface="Arial"/>
                <a:ea typeface="Arial"/>
                <a:cs typeface="Arial"/>
                <a:sym typeface="Arial"/>
              </a:rPr>
              <a:t>Enhance Real World Skills</a:t>
            </a:r>
            <a:endParaRPr sz="1900" dirty="0"/>
          </a:p>
          <a:p>
            <a:pPr marL="795847" lvl="1" indent="-457189">
              <a:lnSpc>
                <a:spcPct val="135000"/>
              </a:lnSpc>
              <a:spcBef>
                <a:spcPts val="0"/>
              </a:spcBef>
              <a:buSzPts val="2100"/>
              <a:buFont typeface="Arial" panose="020B0604020202020204" pitchFamily="34" charset="0"/>
              <a:buChar char="•"/>
            </a:pPr>
            <a:r>
              <a:rPr lang="en-GB" sz="1900" dirty="0">
                <a:latin typeface="Arial"/>
                <a:ea typeface="Arial"/>
                <a:cs typeface="Arial"/>
                <a:sym typeface="Arial"/>
              </a:rPr>
              <a:t>Promote Innovation and Creativity</a:t>
            </a:r>
            <a:endParaRPr sz="1900" dirty="0"/>
          </a:p>
          <a:p>
            <a:pPr marL="795847" lvl="1" indent="-457189">
              <a:lnSpc>
                <a:spcPct val="135000"/>
              </a:lnSpc>
              <a:spcBef>
                <a:spcPts val="0"/>
              </a:spcBef>
              <a:buSzPts val="2100"/>
              <a:buFont typeface="Arial" panose="020B0604020202020204" pitchFamily="34" charset="0"/>
              <a:buChar char="•"/>
            </a:pPr>
            <a:r>
              <a:rPr lang="en-GB" sz="1900" dirty="0">
                <a:latin typeface="Arial"/>
                <a:ea typeface="Arial"/>
                <a:cs typeface="Arial"/>
                <a:sym typeface="Arial"/>
              </a:rPr>
              <a:t>Foster Industry Relations</a:t>
            </a:r>
            <a:endParaRPr sz="1900" dirty="0"/>
          </a:p>
          <a:p>
            <a:pPr marL="795847" lvl="1" indent="-457189">
              <a:lnSpc>
                <a:spcPct val="135000"/>
              </a:lnSpc>
              <a:spcBef>
                <a:spcPts val="0"/>
              </a:spcBef>
              <a:buSzPts val="2100"/>
              <a:buFont typeface="Arial" panose="020B0604020202020204" pitchFamily="34" charset="0"/>
              <a:buChar char="•"/>
            </a:pPr>
            <a:r>
              <a:rPr lang="en-GB" sz="1900" dirty="0">
                <a:latin typeface="Arial"/>
                <a:ea typeface="Arial"/>
                <a:cs typeface="Arial"/>
                <a:sym typeface="Arial"/>
              </a:rPr>
              <a:t>Develop Entrepreneurial Mindset</a:t>
            </a:r>
            <a:endParaRPr sz="1900" dirty="0"/>
          </a:p>
          <a:p>
            <a:pPr marL="795847" lvl="1" indent="-457189">
              <a:lnSpc>
                <a:spcPct val="135000"/>
              </a:lnSpc>
              <a:spcBef>
                <a:spcPts val="0"/>
              </a:spcBef>
              <a:buSzPts val="2100"/>
              <a:buFont typeface="Arial" panose="020B0604020202020204" pitchFamily="34" charset="0"/>
              <a:buChar char="•"/>
            </a:pPr>
            <a:r>
              <a:rPr lang="en-GB" sz="1900" dirty="0">
                <a:latin typeface="Arial"/>
                <a:ea typeface="Arial"/>
                <a:cs typeface="Arial"/>
                <a:sym typeface="Arial"/>
              </a:rPr>
              <a:t>Increase Student Engagement and Motivation</a:t>
            </a:r>
            <a:endParaRPr sz="1900" dirty="0"/>
          </a:p>
          <a:p>
            <a:pPr marL="795847" lvl="1" indent="-457189">
              <a:lnSpc>
                <a:spcPct val="135000"/>
              </a:lnSpc>
              <a:spcBef>
                <a:spcPts val="0"/>
              </a:spcBef>
              <a:buSzPts val="2100"/>
              <a:buFont typeface="Arial" panose="020B0604020202020204" pitchFamily="34" charset="0"/>
              <a:buChar char="•"/>
            </a:pPr>
            <a:r>
              <a:rPr lang="en-GB" sz="1900" dirty="0">
                <a:latin typeface="Arial"/>
                <a:ea typeface="Arial"/>
                <a:cs typeface="Arial"/>
                <a:sym typeface="Arial"/>
              </a:rPr>
              <a:t>Promote Lifelong Learning</a:t>
            </a:r>
            <a:endParaRPr sz="1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49"/>
          <p:cNvSpPr txBox="1">
            <a:spLocks noGrp="1"/>
          </p:cNvSpPr>
          <p:nvPr>
            <p:ph type="title"/>
          </p:nvPr>
        </p:nvSpPr>
        <p:spPr>
          <a:xfrm>
            <a:off x="2165349" y="599441"/>
            <a:ext cx="8094800" cy="547689"/>
          </a:xfrm>
          <a:prstGeom prst="rect">
            <a:avLst/>
          </a:prstGeom>
          <a:noFill/>
          <a:ln>
            <a:noFill/>
          </a:ln>
        </p:spPr>
        <p:txBody>
          <a:bodyPr spcFirstLastPara="1" vert="horz" wrap="square" lIns="45700" tIns="45700" rIns="45700" bIns="45700" numCol="1" anchor="ctr" anchorCtr="0" compatLnSpc="1">
            <a:prstTxWarp prst="textNoShape">
              <a:avLst/>
            </a:prstTxWarp>
            <a:normAutofit/>
          </a:bodyPr>
          <a:lstStyle/>
          <a:p>
            <a:pPr lvl="0" algn="ctr">
              <a:buSzPct val="100000"/>
            </a:pPr>
            <a:r>
              <a:rPr lang="en-US" sz="2133" dirty="0"/>
              <a:t>Academic initiatives under EDU Revolution </a:t>
            </a:r>
          </a:p>
        </p:txBody>
      </p:sp>
      <p:sp>
        <p:nvSpPr>
          <p:cNvPr id="277" name="Google Shape;277;p49"/>
          <p:cNvSpPr txBox="1">
            <a:spLocks noGrp="1"/>
          </p:cNvSpPr>
          <p:nvPr>
            <p:ph type="body" idx="1"/>
          </p:nvPr>
        </p:nvSpPr>
        <p:spPr>
          <a:xfrm>
            <a:off x="838200" y="1666239"/>
            <a:ext cx="10515600" cy="4510800"/>
          </a:xfrm>
          <a:prstGeom prst="rect">
            <a:avLst/>
          </a:prstGeom>
          <a:noFill/>
          <a:ln>
            <a:noFill/>
          </a:ln>
        </p:spPr>
        <p:txBody>
          <a:bodyPr spcFirstLastPara="1" vert="horz" wrap="square" lIns="45700" tIns="45700" rIns="45700" bIns="45700" numCol="1" anchor="t" anchorCtr="0" compatLnSpc="1">
            <a:prstTxWarp prst="textNoShape">
              <a:avLst/>
            </a:prstTxWarp>
            <a:normAutofit/>
          </a:bodyPr>
          <a:lstStyle/>
          <a:p>
            <a:pPr marL="169329" indent="-33866">
              <a:spcBef>
                <a:spcPts val="0"/>
              </a:spcBef>
              <a:buSzPts val="1600"/>
            </a:pPr>
            <a:r>
              <a:rPr lang="en-GB"/>
              <a:t> </a:t>
            </a:r>
            <a:endParaRPr/>
          </a:p>
        </p:txBody>
      </p:sp>
      <p:pic>
        <p:nvPicPr>
          <p:cNvPr id="3" name="Picture 2">
            <a:extLst>
              <a:ext uri="{FF2B5EF4-FFF2-40B4-BE49-F238E27FC236}">
                <a16:creationId xmlns:a16="http://schemas.microsoft.com/office/drawing/2014/main" id="{A5075386-733B-7584-6855-8C9A90F0F94D}"/>
              </a:ext>
            </a:extLst>
          </p:cNvPr>
          <p:cNvPicPr>
            <a:picLocks noChangeAspect="1"/>
          </p:cNvPicPr>
          <p:nvPr/>
        </p:nvPicPr>
        <p:blipFill>
          <a:blip r:embed="rId3"/>
          <a:stretch>
            <a:fillRect/>
          </a:stretch>
        </p:blipFill>
        <p:spPr>
          <a:xfrm>
            <a:off x="1075462" y="1147129"/>
            <a:ext cx="10041076" cy="5184328"/>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g3f57c0a166a_0_78"/>
          <p:cNvSpPr txBox="1">
            <a:spLocks noGrp="1"/>
          </p:cNvSpPr>
          <p:nvPr>
            <p:ph type="title"/>
          </p:nvPr>
        </p:nvSpPr>
        <p:spPr>
          <a:xfrm>
            <a:off x="193995" y="652869"/>
            <a:ext cx="11436000" cy="430800"/>
          </a:xfrm>
          <a:prstGeom prst="rect">
            <a:avLst/>
          </a:prstGeom>
          <a:noFill/>
          <a:ln>
            <a:noFill/>
          </a:ln>
        </p:spPr>
        <p:txBody>
          <a:bodyPr spcFirstLastPara="1" vert="horz" wrap="square" lIns="45700" tIns="45700" rIns="45700" bIns="45700" numCol="1" anchor="ctr" anchorCtr="0" compatLnSpc="1">
            <a:prstTxWarp prst="textNoShape">
              <a:avLst/>
            </a:prstTxWarp>
            <a:noAutofit/>
          </a:bodyPr>
          <a:lstStyle/>
          <a:p>
            <a:pPr algn="ctr">
              <a:buSzPts val="1600"/>
            </a:pPr>
            <a:r>
              <a:rPr lang="en-GB" sz="3200" b="1" dirty="0">
                <a:solidFill>
                  <a:srgbClr val="FF0000"/>
                </a:solidFill>
              </a:rPr>
              <a:t>EDU Revolution Benefit Mapped with CSE109</a:t>
            </a:r>
            <a:endParaRPr sz="3200" b="1" dirty="0">
              <a:solidFill>
                <a:srgbClr val="FF0000"/>
              </a:solidFill>
            </a:endParaRPr>
          </a:p>
        </p:txBody>
      </p:sp>
      <p:sp>
        <p:nvSpPr>
          <p:cNvPr id="331" name="Google Shape;331;g3f57c0a166a_0_78"/>
          <p:cNvSpPr txBox="1">
            <a:spLocks noGrp="1"/>
          </p:cNvSpPr>
          <p:nvPr>
            <p:ph type="body" idx="1"/>
          </p:nvPr>
        </p:nvSpPr>
        <p:spPr>
          <a:xfrm>
            <a:off x="3658760" y="1083669"/>
            <a:ext cx="7637200" cy="3711200"/>
          </a:xfrm>
          <a:prstGeom prst="rect">
            <a:avLst/>
          </a:prstGeom>
          <a:noFill/>
          <a:ln>
            <a:noFill/>
          </a:ln>
        </p:spPr>
        <p:txBody>
          <a:bodyPr spcFirstLastPara="1" vert="horz" wrap="square" lIns="45700" tIns="45700" rIns="45700" bIns="45700" numCol="1" anchor="t" anchorCtr="0" compatLnSpc="1">
            <a:prstTxWarp prst="textNoShape">
              <a:avLst/>
            </a:prstTxWarp>
            <a:normAutofit/>
          </a:bodyPr>
          <a:lstStyle/>
          <a:p>
            <a:pPr marL="169329" indent="-33866">
              <a:spcBef>
                <a:spcPts val="0"/>
              </a:spcBef>
              <a:buSzPts val="1600"/>
            </a:pPr>
            <a:r>
              <a:rPr lang="en-GB" sz="1900" dirty="0"/>
              <a:t> </a:t>
            </a:r>
            <a:r>
              <a:rPr lang="en-GB" sz="1900" b="1" dirty="0"/>
              <a:t>RPL PROCESS:</a:t>
            </a:r>
            <a:endParaRPr sz="1900" b="1" dirty="0"/>
          </a:p>
          <a:p>
            <a:pPr indent="-457189">
              <a:spcBef>
                <a:spcPts val="0"/>
              </a:spcBef>
              <a:buAutoNum type="arabicPeriod"/>
            </a:pPr>
            <a:r>
              <a:rPr lang="en-GB" sz="1900" b="1" dirty="0"/>
              <a:t>Application:</a:t>
            </a:r>
            <a:r>
              <a:rPr lang="en-GB" sz="1900" dirty="0"/>
              <a:t> Through UMS Portal</a:t>
            </a:r>
            <a:endParaRPr sz="1900" dirty="0"/>
          </a:p>
          <a:p>
            <a:pPr indent="-457189">
              <a:spcBef>
                <a:spcPts val="0"/>
              </a:spcBef>
              <a:buAutoNum type="arabicPeriod"/>
            </a:pPr>
            <a:r>
              <a:rPr lang="en-GB" sz="1900" b="1" dirty="0"/>
              <a:t>Submission of Evidence:</a:t>
            </a:r>
            <a:r>
              <a:rPr lang="en-GB" sz="1900" dirty="0"/>
              <a:t> Upload relevant documents such as: Coursera, NPTEL, edX, or other recognized certifications/ Project reports/ GitHub repositories/</a:t>
            </a:r>
            <a:endParaRPr sz="1900" dirty="0"/>
          </a:p>
          <a:p>
            <a:pPr indent="0">
              <a:spcBef>
                <a:spcPts val="0"/>
              </a:spcBef>
            </a:pPr>
            <a:r>
              <a:rPr lang="en-GB" sz="1900" dirty="0"/>
              <a:t>Internship or industry experience certificates/</a:t>
            </a:r>
            <a:endParaRPr sz="1900" dirty="0"/>
          </a:p>
          <a:p>
            <a:pPr indent="0">
              <a:spcBef>
                <a:spcPts val="0"/>
              </a:spcBef>
            </a:pPr>
            <a:r>
              <a:rPr lang="en-GB" sz="1900" dirty="0"/>
              <a:t>Workshop.</a:t>
            </a:r>
            <a:endParaRPr sz="1900" dirty="0"/>
          </a:p>
          <a:p>
            <a:pPr indent="-457189">
              <a:spcBef>
                <a:spcPts val="0"/>
              </a:spcBef>
              <a:buAutoNum type="arabicPeriod"/>
            </a:pPr>
            <a:r>
              <a:rPr lang="en-GB" sz="1900" b="1" dirty="0"/>
              <a:t>Document Verification:</a:t>
            </a:r>
            <a:r>
              <a:rPr lang="en-GB" sz="1900" dirty="0"/>
              <a:t> By Competent Authority</a:t>
            </a:r>
            <a:endParaRPr sz="1900" dirty="0"/>
          </a:p>
          <a:p>
            <a:pPr indent="-457189">
              <a:spcBef>
                <a:spcPts val="0"/>
              </a:spcBef>
              <a:buAutoNum type="arabicPeriod"/>
            </a:pPr>
            <a:r>
              <a:rPr lang="en-GB" sz="1900" b="1" dirty="0"/>
              <a:t>Competency Assessment/Examination: </a:t>
            </a:r>
            <a:r>
              <a:rPr lang="en-GB" sz="1900" dirty="0"/>
              <a:t>Upon passing in RPL Examination, Student shall be eligible for the RPL Benefit.</a:t>
            </a:r>
            <a:endParaRPr sz="1900" dirty="0"/>
          </a:p>
        </p:txBody>
      </p:sp>
      <p:pic>
        <p:nvPicPr>
          <p:cNvPr id="332" name="Google Shape;332;g3f57c0a166a_0_78"/>
          <p:cNvPicPr preferRelativeResize="0"/>
          <p:nvPr/>
        </p:nvPicPr>
        <p:blipFill>
          <a:blip r:embed="rId3">
            <a:alphaModFix/>
          </a:blip>
          <a:stretch>
            <a:fillRect/>
          </a:stretch>
        </p:blipFill>
        <p:spPr>
          <a:xfrm>
            <a:off x="765467" y="1167618"/>
            <a:ext cx="1790700" cy="177165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52"/>
          <p:cNvSpPr txBox="1">
            <a:spLocks noGrp="1"/>
          </p:cNvSpPr>
          <p:nvPr>
            <p:ph type="title"/>
          </p:nvPr>
        </p:nvSpPr>
        <p:spPr>
          <a:xfrm>
            <a:off x="1176639" y="921775"/>
            <a:ext cx="7563600" cy="590996"/>
          </a:xfrm>
          <a:prstGeom prst="rect">
            <a:avLst/>
          </a:prstGeom>
        </p:spPr>
        <p:txBody>
          <a:bodyPr spcFirstLastPara="1" vert="horz" wrap="square" lIns="0" tIns="0" rIns="0" bIns="0" numCol="1" anchor="t" anchorCtr="0" compatLnSpc="1">
            <a:prstTxWarp prst="textNoShape">
              <a:avLst/>
            </a:prstTxWarp>
            <a:spAutoFit/>
          </a:bodyPr>
          <a:lstStyle/>
          <a:p>
            <a:r>
              <a:rPr lang="en-GB" dirty="0"/>
              <a:t>Feedback</a:t>
            </a:r>
            <a:endParaRPr dirty="0"/>
          </a:p>
        </p:txBody>
      </p:sp>
      <p:sp>
        <p:nvSpPr>
          <p:cNvPr id="314" name="Google Shape;314;p52"/>
          <p:cNvSpPr txBox="1"/>
          <p:nvPr/>
        </p:nvSpPr>
        <p:spPr>
          <a:xfrm>
            <a:off x="1176633" y="2060175"/>
            <a:ext cx="10400800" cy="1292814"/>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GB" sz="2267" b="1">
                <a:solidFill>
                  <a:schemeClr val="dk1"/>
                </a:solidFill>
              </a:rPr>
              <a:t>Feedback Mechanism:</a:t>
            </a:r>
            <a:r>
              <a:rPr lang="en-GB" sz="2267">
                <a:solidFill>
                  <a:schemeClr val="dk1"/>
                </a:solidFill>
              </a:rPr>
              <a:t> It is mandatory for all students to participate in academic improvement processes and fill out all types of feedback regularly throughout the semester.</a:t>
            </a:r>
            <a:endParaRPr sz="2267"/>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dirty="0">
                <a:solidFill>
                  <a:srgbClr val="FF0000"/>
                </a:solidFill>
              </a:rPr>
              <a:t>Week 1 – Lecture 1</a:t>
            </a:r>
          </a:p>
        </p:txBody>
      </p:sp>
      <p:sp>
        <p:nvSpPr>
          <p:cNvPr id="3" name="Content Placeholder 2"/>
          <p:cNvSpPr>
            <a:spLocks noGrp="1"/>
          </p:cNvSpPr>
          <p:nvPr>
            <p:ph idx="1"/>
          </p:nvPr>
        </p:nvSpPr>
        <p:spPr/>
        <p:txBody>
          <a:bodyPr/>
          <a:lstStyle/>
          <a:p>
            <a:pPr>
              <a:defRPr sz="2200"/>
            </a:pPr>
            <a:r>
              <a:t>Basics and Introduction to C</a:t>
            </a:r>
          </a:p>
          <a:p>
            <a:pPr>
              <a:defRPr sz="2200"/>
            </a:pPr>
            <a:r>
              <a:t>(The C Character Set)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A602F-3438-0ACC-64BA-77260E9BAB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45F3A3-6ADF-B0E2-A432-F044C3C36243}"/>
              </a:ext>
            </a:extLst>
          </p:cNvPr>
          <p:cNvSpPr>
            <a:spLocks noGrp="1"/>
          </p:cNvSpPr>
          <p:nvPr>
            <p:ph type="title"/>
          </p:nvPr>
        </p:nvSpPr>
        <p:spPr>
          <a:xfrm>
            <a:off x="838200" y="579718"/>
            <a:ext cx="10515600" cy="877888"/>
          </a:xfrm>
        </p:spPr>
        <p:txBody>
          <a:bodyPr/>
          <a:lstStyle/>
          <a:p>
            <a:r>
              <a:rPr lang="en-US" sz="4000" dirty="0">
                <a:solidFill>
                  <a:srgbClr val="FF0000"/>
                </a:solidFill>
              </a:rPr>
              <a:t>Environment Setup</a:t>
            </a:r>
            <a:endParaRPr sz="4000" dirty="0">
              <a:solidFill>
                <a:srgbClr val="FF0000"/>
              </a:solidFill>
            </a:endParaRPr>
          </a:p>
        </p:txBody>
      </p:sp>
      <p:sp>
        <p:nvSpPr>
          <p:cNvPr id="6" name="Content Placeholder 5">
            <a:extLst>
              <a:ext uri="{FF2B5EF4-FFF2-40B4-BE49-F238E27FC236}">
                <a16:creationId xmlns:a16="http://schemas.microsoft.com/office/drawing/2014/main" id="{197AFD31-5A03-B582-218D-EE259295FCE8}"/>
              </a:ext>
            </a:extLst>
          </p:cNvPr>
          <p:cNvSpPr>
            <a:spLocks noGrp="1"/>
          </p:cNvSpPr>
          <p:nvPr>
            <p:ph idx="1"/>
          </p:nvPr>
        </p:nvSpPr>
        <p:spPr>
          <a:xfrm>
            <a:off x="838200" y="1457606"/>
            <a:ext cx="5024718" cy="4719357"/>
          </a:xfrm>
        </p:spPr>
        <p:txBody>
          <a:bodyPr/>
          <a:lstStyle/>
          <a:p>
            <a:r>
              <a:rPr lang="en-US" sz="2800" dirty="0"/>
              <a:t>Search for “</a:t>
            </a:r>
            <a:r>
              <a:rPr lang="en-US" sz="2800" b="1" dirty="0"/>
              <a:t>dev </a:t>
            </a:r>
            <a:r>
              <a:rPr lang="en-US" sz="2800" b="1" dirty="0" err="1"/>
              <a:t>c++</a:t>
            </a:r>
            <a:r>
              <a:rPr lang="en-US" sz="2800" b="1" dirty="0"/>
              <a:t> version 5.7.1 download</a:t>
            </a:r>
            <a:r>
              <a:rPr lang="en-US" sz="2800" dirty="0"/>
              <a:t>”</a:t>
            </a:r>
          </a:p>
          <a:p>
            <a:r>
              <a:rPr lang="en-US" sz="2800" dirty="0"/>
              <a:t>Open the website – ‘</a:t>
            </a:r>
            <a:r>
              <a:rPr lang="en-US" sz="2800" b="1" dirty="0" err="1"/>
              <a:t>sourceforge</a:t>
            </a:r>
            <a:r>
              <a:rPr lang="en-US" sz="2800" dirty="0"/>
              <a:t>’ and download the setup file</a:t>
            </a:r>
          </a:p>
          <a:p>
            <a:r>
              <a:rPr lang="en-US" sz="2800" dirty="0"/>
              <a:t>Execute the setup file (.exe) </a:t>
            </a:r>
          </a:p>
          <a:p>
            <a:r>
              <a:rPr lang="en-IN" sz="2800" dirty="0"/>
              <a:t>Do not change anything, </a:t>
            </a:r>
            <a:r>
              <a:rPr lang="en-IN" sz="2800" b="1" dirty="0"/>
              <a:t>keep the default settings</a:t>
            </a:r>
          </a:p>
          <a:p>
            <a:r>
              <a:rPr lang="en-IN" sz="2800" dirty="0"/>
              <a:t>The application will  be installed.</a:t>
            </a:r>
          </a:p>
          <a:p>
            <a:endParaRPr lang="en-IN" dirty="0"/>
          </a:p>
        </p:txBody>
      </p:sp>
      <p:pic>
        <p:nvPicPr>
          <p:cNvPr id="8" name="Picture 7">
            <a:extLst>
              <a:ext uri="{FF2B5EF4-FFF2-40B4-BE49-F238E27FC236}">
                <a16:creationId xmlns:a16="http://schemas.microsoft.com/office/drawing/2014/main" id="{33B1ABEB-AF60-855A-5D58-8F9B07B2A50B}"/>
              </a:ext>
            </a:extLst>
          </p:cNvPr>
          <p:cNvPicPr>
            <a:picLocks noChangeAspect="1"/>
          </p:cNvPicPr>
          <p:nvPr/>
        </p:nvPicPr>
        <p:blipFill>
          <a:blip r:embed="rId3"/>
          <a:srcRect t="3935"/>
          <a:stretch>
            <a:fillRect/>
          </a:stretch>
        </p:blipFill>
        <p:spPr>
          <a:xfrm>
            <a:off x="6190131" y="1619436"/>
            <a:ext cx="5517776" cy="2983174"/>
          </a:xfrm>
          <a:prstGeom prst="rect">
            <a:avLst/>
          </a:prstGeom>
        </p:spPr>
      </p:pic>
    </p:spTree>
    <p:extLst>
      <p:ext uri="{BB962C8B-B14F-4D97-AF65-F5344CB8AC3E}">
        <p14:creationId xmlns:p14="http://schemas.microsoft.com/office/powerpoint/2010/main" val="1558180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the C Character Set?</a:t>
            </a:r>
          </a:p>
        </p:txBody>
      </p:sp>
      <p:sp>
        <p:nvSpPr>
          <p:cNvPr id="3" name="Content Placeholder 2"/>
          <p:cNvSpPr>
            <a:spLocks noGrp="1"/>
          </p:cNvSpPr>
          <p:nvPr>
            <p:ph idx="1"/>
          </p:nvPr>
        </p:nvSpPr>
        <p:spPr/>
        <p:txBody>
          <a:bodyPr/>
          <a:lstStyle/>
          <a:p>
            <a:pPr>
              <a:defRPr sz="2200"/>
            </a:pPr>
            <a:r>
              <a:rPr dirty="0"/>
              <a:t>A character set is the collection of all valid characters used to write C programs.</a:t>
            </a:r>
          </a:p>
          <a:p>
            <a:pPr>
              <a:defRPr sz="2200"/>
            </a:pPr>
            <a:endParaRPr dirty="0"/>
          </a:p>
          <a:p>
            <a:pPr>
              <a:defRPr sz="2200"/>
            </a:pPr>
            <a:r>
              <a:rPr dirty="0"/>
              <a:t>Categories:</a:t>
            </a:r>
          </a:p>
          <a:p>
            <a:pPr>
              <a:defRPr sz="2200"/>
            </a:pPr>
            <a:r>
              <a:rPr dirty="0"/>
              <a:t> Letters (A–Z, a–z)</a:t>
            </a:r>
          </a:p>
          <a:p>
            <a:pPr>
              <a:defRPr sz="2200"/>
            </a:pPr>
            <a:r>
              <a:rPr dirty="0"/>
              <a:t> Digits (0–9)</a:t>
            </a:r>
          </a:p>
          <a:p>
            <a:pPr>
              <a:defRPr sz="2200"/>
            </a:pPr>
            <a:r>
              <a:rPr dirty="0"/>
              <a:t> Special Symbols (+ - * / = ; {} () etc.)</a:t>
            </a:r>
          </a:p>
          <a:p>
            <a:pPr>
              <a:defRPr sz="2200"/>
            </a:pPr>
            <a:r>
              <a:rPr dirty="0"/>
              <a:t> White Spaces (space, tab, newline)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Letters, Digits &amp; Symbols</a:t>
            </a:r>
          </a:p>
        </p:txBody>
      </p:sp>
      <p:sp>
        <p:nvSpPr>
          <p:cNvPr id="3" name="Content Placeholder 2"/>
          <p:cNvSpPr>
            <a:spLocks noGrp="1"/>
          </p:cNvSpPr>
          <p:nvPr>
            <p:ph idx="1"/>
          </p:nvPr>
        </p:nvSpPr>
        <p:spPr/>
        <p:txBody>
          <a:bodyPr/>
          <a:lstStyle/>
          <a:p>
            <a:pPr>
              <a:defRPr sz="2200"/>
            </a:pPr>
            <a:r>
              <a:t>Letters: A-Z, a-z</a:t>
            </a:r>
          </a:p>
          <a:p>
            <a:pPr>
              <a:defRPr sz="2200"/>
            </a:pPr>
            <a:r>
              <a:t>Digits: 0-9</a:t>
            </a:r>
          </a:p>
          <a:p>
            <a:pPr>
              <a:defRPr sz="2200"/>
            </a:pPr>
            <a:r>
              <a:t>Special Symbols: + - * / % = &lt; &gt; ; , # &amp; () {} []</a:t>
            </a:r>
          </a:p>
          <a:p>
            <a:pPr>
              <a:defRPr sz="2200"/>
            </a:pPr>
            <a:r>
              <a:t>Whitespace: space, \t, \n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Escape Sequences</a:t>
            </a:r>
          </a:p>
        </p:txBody>
      </p:sp>
      <p:sp>
        <p:nvSpPr>
          <p:cNvPr id="3" name="Content Placeholder 2"/>
          <p:cNvSpPr>
            <a:spLocks noGrp="1"/>
          </p:cNvSpPr>
          <p:nvPr>
            <p:ph idx="1"/>
          </p:nvPr>
        </p:nvSpPr>
        <p:spPr/>
        <p:txBody>
          <a:bodyPr/>
          <a:lstStyle/>
          <a:p>
            <a:pPr>
              <a:defRPr sz="2200"/>
            </a:pPr>
            <a:r>
              <a:t>\n : New Line</a:t>
            </a:r>
          </a:p>
          <a:p>
            <a:pPr>
              <a:defRPr sz="2200"/>
            </a:pPr>
            <a:r>
              <a:t>\t : Tab</a:t>
            </a:r>
          </a:p>
          <a:p>
            <a:pPr>
              <a:defRPr sz="2200"/>
            </a:pPr>
            <a:r>
              <a:t>\\ : Backslash</a:t>
            </a:r>
          </a:p>
          <a:p>
            <a:pPr>
              <a:defRPr sz="2200"/>
            </a:pPr>
            <a:r>
              <a:t>\" : Double Quote</a:t>
            </a:r>
          </a:p>
          <a:p>
            <a:pPr>
              <a:defRPr sz="2200"/>
            </a:pPr>
            <a:r>
              <a:t>\' : Single Quote</a:t>
            </a:r>
          </a:p>
          <a:p>
            <a:pPr>
              <a:defRPr sz="2200"/>
            </a:pPr>
            <a:r>
              <a:t>\0 : Null Character</a:t>
            </a:r>
          </a:p>
          <a:p>
            <a:pPr>
              <a:defRPr sz="2200"/>
            </a:pPr>
            <a:endParaRPr/>
          </a:p>
          <a:p>
            <a:pPr>
              <a:defRPr sz="2200"/>
            </a:pPr>
            <a:r>
              <a:t>Example:</a:t>
            </a:r>
          </a:p>
          <a:p>
            <a:pPr>
              <a:defRPr sz="2200"/>
            </a:pPr>
            <a:r>
              <a:t>printf("Hello\nWorld");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ASCII Values</a:t>
            </a:r>
          </a:p>
        </p:txBody>
      </p:sp>
      <p:sp>
        <p:nvSpPr>
          <p:cNvPr id="3" name="Content Placeholder 2"/>
          <p:cNvSpPr>
            <a:spLocks noGrp="1"/>
          </p:cNvSpPr>
          <p:nvPr>
            <p:ph idx="1"/>
          </p:nvPr>
        </p:nvSpPr>
        <p:spPr/>
        <p:txBody>
          <a:bodyPr/>
          <a:lstStyle/>
          <a:p>
            <a:pPr>
              <a:defRPr sz="2200"/>
            </a:pPr>
            <a:r>
              <a:t>Each character has a numeric ASCII code.</a:t>
            </a:r>
          </a:p>
          <a:p>
            <a:pPr>
              <a:defRPr sz="2200"/>
            </a:pPr>
            <a:r>
              <a:t>'A' = 65</a:t>
            </a:r>
          </a:p>
          <a:p>
            <a:pPr>
              <a:defRPr sz="2200"/>
            </a:pPr>
            <a:r>
              <a:t>'a' = 97</a:t>
            </a:r>
          </a:p>
          <a:p>
            <a:pPr>
              <a:defRPr sz="2200"/>
            </a:pPr>
            <a:r>
              <a:t>'0' = 48</a:t>
            </a:r>
          </a:p>
          <a:p>
            <a:pPr>
              <a:defRPr sz="2200"/>
            </a:pPr>
            <a:endParaRPr/>
          </a:p>
          <a:p>
            <a:pPr>
              <a:defRPr sz="2200"/>
            </a:pPr>
            <a:r>
              <a:t>Program:</a:t>
            </a:r>
          </a:p>
          <a:p>
            <a:pPr>
              <a:defRPr sz="2200"/>
            </a:pPr>
            <a:r>
              <a:t>printf("%d", 'A');</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Identifiers</a:t>
            </a:r>
          </a:p>
        </p:txBody>
      </p:sp>
      <p:sp>
        <p:nvSpPr>
          <p:cNvPr id="3" name="Content Placeholder 2"/>
          <p:cNvSpPr>
            <a:spLocks noGrp="1"/>
          </p:cNvSpPr>
          <p:nvPr>
            <p:ph idx="1"/>
          </p:nvPr>
        </p:nvSpPr>
        <p:spPr/>
        <p:txBody>
          <a:bodyPr/>
          <a:lstStyle/>
          <a:p>
            <a:pPr>
              <a:defRPr sz="2200"/>
            </a:pPr>
            <a:r>
              <a:rPr dirty="0"/>
              <a:t>Rules:</a:t>
            </a:r>
          </a:p>
          <a:p>
            <a:pPr>
              <a:defRPr sz="2200"/>
            </a:pPr>
            <a:r>
              <a:rPr dirty="0"/>
              <a:t> Start with letter or _</a:t>
            </a:r>
          </a:p>
          <a:p>
            <a:pPr>
              <a:defRPr sz="2200"/>
            </a:pPr>
            <a:r>
              <a:rPr dirty="0"/>
              <a:t> Cannot start with digit</a:t>
            </a:r>
          </a:p>
          <a:p>
            <a:pPr>
              <a:defRPr sz="2200"/>
            </a:pPr>
            <a:r>
              <a:rPr dirty="0"/>
              <a:t> No spaces</a:t>
            </a:r>
          </a:p>
          <a:p>
            <a:pPr>
              <a:defRPr sz="2200"/>
            </a:pPr>
            <a:r>
              <a:rPr dirty="0"/>
              <a:t> No special symbols</a:t>
            </a:r>
          </a:p>
          <a:p>
            <a:pPr>
              <a:defRPr sz="2200"/>
            </a:pPr>
            <a:r>
              <a:rPr dirty="0"/>
              <a:t> Case-sensitive</a:t>
            </a:r>
          </a:p>
          <a:p>
            <a:pPr>
              <a:defRPr sz="2200"/>
            </a:pPr>
            <a:endParaRPr dirty="0"/>
          </a:p>
          <a:p>
            <a:pPr>
              <a:defRPr sz="2200"/>
            </a:pPr>
            <a:r>
              <a:rPr dirty="0"/>
              <a:t>Valid: count1, _roll</a:t>
            </a:r>
          </a:p>
          <a:p>
            <a:pPr>
              <a:defRPr sz="2200"/>
            </a:pPr>
            <a:r>
              <a:rPr dirty="0"/>
              <a:t>Invalid: 1count, total marks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Live Demonstration</a:t>
            </a:r>
          </a:p>
        </p:txBody>
      </p:sp>
      <p:sp>
        <p:nvSpPr>
          <p:cNvPr id="3" name="Content Placeholder 2"/>
          <p:cNvSpPr>
            <a:spLocks noGrp="1"/>
          </p:cNvSpPr>
          <p:nvPr>
            <p:ph idx="1"/>
          </p:nvPr>
        </p:nvSpPr>
        <p:spPr/>
        <p:txBody>
          <a:bodyPr/>
          <a:lstStyle/>
          <a:p>
            <a:pPr>
              <a:defRPr sz="2200"/>
            </a:pPr>
            <a:r>
              <a:t>1. printf("%d", 'A');</a:t>
            </a:r>
          </a:p>
          <a:p>
            <a:pPr>
              <a:defRPr sz="2200"/>
            </a:pPr>
            <a:r>
              <a:t>2. printf("Hello\nWorld");</a:t>
            </a:r>
          </a:p>
          <a:p>
            <a:pPr>
              <a:defRPr sz="2200"/>
            </a:pPr>
            <a:r>
              <a:t>3. printf("Name\tMarks");</a:t>
            </a:r>
          </a:p>
          <a:p>
            <a:pPr>
              <a:defRPr sz="2200"/>
            </a:pPr>
            <a:r>
              <a:t>4. Compare count1 vs 1count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 &amp; Quiz</a:t>
            </a:r>
          </a:p>
        </p:txBody>
      </p:sp>
      <p:sp>
        <p:nvSpPr>
          <p:cNvPr id="3" name="Content Placeholder 2"/>
          <p:cNvSpPr>
            <a:spLocks noGrp="1"/>
          </p:cNvSpPr>
          <p:nvPr>
            <p:ph idx="1"/>
          </p:nvPr>
        </p:nvSpPr>
        <p:spPr/>
        <p:txBody>
          <a:bodyPr/>
          <a:lstStyle/>
          <a:p>
            <a:pPr>
              <a:defRPr sz="2200"/>
            </a:pPr>
            <a:r>
              <a:rPr dirty="0"/>
              <a:t>Summary:</a:t>
            </a:r>
          </a:p>
          <a:p>
            <a:pPr>
              <a:defRPr sz="2200"/>
            </a:pPr>
            <a:r>
              <a:rPr dirty="0"/>
              <a:t>Character Set</a:t>
            </a:r>
          </a:p>
          <a:p>
            <a:pPr>
              <a:defRPr sz="2200"/>
            </a:pPr>
            <a:r>
              <a:rPr dirty="0"/>
              <a:t>ASCII</a:t>
            </a:r>
          </a:p>
          <a:p>
            <a:pPr>
              <a:defRPr sz="2200"/>
            </a:pPr>
            <a:r>
              <a:rPr dirty="0"/>
              <a:t>Escape Sequences</a:t>
            </a:r>
          </a:p>
          <a:p>
            <a:pPr>
              <a:defRPr sz="2200"/>
            </a:pPr>
            <a:r>
              <a:t>Identifiers</a:t>
            </a:r>
            <a:endParaRPr dirty="0"/>
          </a:p>
          <a:p>
            <a:pPr>
              <a:defRPr sz="2200"/>
            </a:pPr>
            <a:endParaRPr dirty="0"/>
          </a:p>
          <a:p>
            <a:pPr>
              <a:defRPr sz="2200"/>
            </a:pPr>
            <a:r>
              <a:rPr dirty="0"/>
              <a:t>Quiz:</a:t>
            </a:r>
          </a:p>
          <a:p>
            <a:pPr>
              <a:defRPr sz="2200"/>
            </a:pPr>
            <a:r>
              <a:rPr dirty="0"/>
              <a:t>1. ASCII of A?</a:t>
            </a:r>
          </a:p>
          <a:p>
            <a:pPr>
              <a:defRPr sz="2200"/>
            </a:pPr>
            <a:r>
              <a:rPr dirty="0"/>
              <a:t>2. Is _total valid?</a:t>
            </a:r>
          </a:p>
          <a:p>
            <a:pPr>
              <a:defRPr sz="2200"/>
            </a:pPr>
            <a:r>
              <a:rPr dirty="0"/>
              <a:t>3. Difference between 'A' and "A"?</a:t>
            </a:r>
          </a:p>
        </p:txBody>
      </p:sp>
    </p:spTree>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T404_LEC0  -  Compatibility Mode" id="{3BDF6A17-ACBD-4545-BE13-AE1053292383}" vid="{F9445E81-6C4F-4E11-A32D-3F55FC671F15}"/>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2997E2"/>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INT404_LEC0 TEMPLATE</Template>
  <TotalTime>8376</TotalTime>
  <Words>3442</Words>
  <Application>Microsoft Office PowerPoint</Application>
  <PresentationFormat>Widescreen</PresentationFormat>
  <Paragraphs>388</Paragraphs>
  <Slides>44</Slides>
  <Notes>25</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44</vt:i4>
      </vt:variant>
    </vt:vector>
  </HeadingPairs>
  <TitlesOfParts>
    <vt:vector size="54" baseType="lpstr">
      <vt:lpstr>Arial</vt:lpstr>
      <vt:lpstr>Arial Rounded MT Bold</vt:lpstr>
      <vt:lpstr>Calibri</vt:lpstr>
      <vt:lpstr>Calibri Light</vt:lpstr>
      <vt:lpstr>Limelight</vt:lpstr>
      <vt:lpstr>Times New Roman</vt:lpstr>
      <vt:lpstr>Verdana</vt:lpstr>
      <vt:lpstr>Wingdings</vt:lpstr>
      <vt:lpstr>Theme1</vt:lpstr>
      <vt:lpstr>Office Theme</vt:lpstr>
      <vt:lpstr>CSE109 Computer Programming</vt:lpstr>
      <vt:lpstr>Course Introduction </vt:lpstr>
      <vt:lpstr>Vision of School</vt:lpstr>
      <vt:lpstr>PowerPoint Presentation</vt:lpstr>
      <vt:lpstr>Course Outcomes (COs)</vt:lpstr>
      <vt:lpstr>Program Outcomes </vt:lpstr>
      <vt:lpstr>Program Outcomes (Cont.) </vt:lpstr>
      <vt:lpstr>Program Specific Outcomes </vt:lpstr>
      <vt:lpstr>Programme Education Objectives</vt:lpstr>
      <vt:lpstr>Need of Computer Programming? </vt:lpstr>
      <vt:lpstr>Course Overview &amp; Importance</vt:lpstr>
      <vt:lpstr>Course Overview &amp; Importance(contd.)</vt:lpstr>
      <vt:lpstr>Course Content  </vt:lpstr>
      <vt:lpstr>Course Content  </vt:lpstr>
      <vt:lpstr>Course Content  </vt:lpstr>
      <vt:lpstr>Course Content  </vt:lpstr>
      <vt:lpstr>Course Content  </vt:lpstr>
      <vt:lpstr>Course Content  </vt:lpstr>
      <vt:lpstr>List of Practicals  </vt:lpstr>
      <vt:lpstr>List of Practicals </vt:lpstr>
      <vt:lpstr>List of Practicals </vt:lpstr>
      <vt:lpstr>Innovative Pedagogies</vt:lpstr>
      <vt:lpstr>Assessment &amp; Evaluation Framework</vt:lpstr>
      <vt:lpstr>Course Assessment</vt:lpstr>
      <vt:lpstr>Learning Resources</vt:lpstr>
      <vt:lpstr>Placement &amp; Career Relevance</vt:lpstr>
      <vt:lpstr>Revenue Generation &amp;Entrepreneurship Opportunities  </vt:lpstr>
      <vt:lpstr>Innovation, Research &amp; Project Opportunities</vt:lpstr>
      <vt:lpstr>Skill Attainment</vt:lpstr>
      <vt:lpstr>Student Expectations &amp; Academic Conduct</vt:lpstr>
      <vt:lpstr>Education Revolution  </vt:lpstr>
      <vt:lpstr>Why EDU-Revolution!!!</vt:lpstr>
      <vt:lpstr>Academic initiatives under EDU Revolution </vt:lpstr>
      <vt:lpstr>EDU Revolution Benefit Mapped with CSE109</vt:lpstr>
      <vt:lpstr>Feedback</vt:lpstr>
      <vt:lpstr>Week 1 – Lecture 1</vt:lpstr>
      <vt:lpstr>Environment Setup</vt:lpstr>
      <vt:lpstr>What is the C Character Set?</vt:lpstr>
      <vt:lpstr>Letters, Digits &amp; Symbols</vt:lpstr>
      <vt:lpstr>Escape Sequences</vt:lpstr>
      <vt:lpstr>ASCII Values</vt:lpstr>
      <vt:lpstr>Identifiers</vt:lpstr>
      <vt:lpstr>Live Demonstration</vt:lpstr>
      <vt:lpstr>Summary &amp; Quiz</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 Revolution: Be the Change</dc:title>
  <dc:creator>Aashish</dc:creator>
  <cp:lastModifiedBy>SOUMYADIP JANA</cp:lastModifiedBy>
  <cp:revision>202</cp:revision>
  <dcterms:created xsi:type="dcterms:W3CDTF">2025-01-04T06:25:56Z</dcterms:created>
  <dcterms:modified xsi:type="dcterms:W3CDTF">2026-08-03T05:37:19Z</dcterms:modified>
</cp:coreProperties>
</file>